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5" r:id="rId2"/>
    <p:sldId id="274" r:id="rId3"/>
    <p:sldId id="273" r:id="rId4"/>
    <p:sldId id="256" r:id="rId5"/>
    <p:sldId id="257" r:id="rId6"/>
    <p:sldId id="258" r:id="rId7"/>
    <p:sldId id="259" r:id="rId8"/>
    <p:sldId id="267" r:id="rId9"/>
    <p:sldId id="260" r:id="rId10"/>
    <p:sldId id="261" r:id="rId11"/>
    <p:sldId id="262" r:id="rId12"/>
    <p:sldId id="270" r:id="rId13"/>
    <p:sldId id="263" r:id="rId14"/>
    <p:sldId id="264" r:id="rId15"/>
    <p:sldId id="265" r:id="rId16"/>
    <p:sldId id="266" r:id="rId17"/>
    <p:sldId id="268" r:id="rId18"/>
    <p:sldId id="269" r:id="rId19"/>
    <p:sldId id="271" r:id="rId20"/>
    <p:sldId id="272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0CB8C-F1B2-491B-B2E9-4B98078934BE}" v="24" dt="2022-04-09T14:50:33.042"/>
    <p1510:client id="{B57F8EDC-490F-4AD8-BCCE-D4142DCCDD3D}" v="288" dt="2022-04-09T17:58:55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-108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hina Runa" userId="6cdeb6b1d877a9eb" providerId="Windows Live" clId="Web-{B57F8EDC-490F-4AD8-BCCE-D4142DCCDD3D}"/>
    <pc:docChg chg="mod addSld modSld addMainMaster delMainMaster modMainMaster setSldSz">
      <pc:chgData name="Sakhina Runa" userId="6cdeb6b1d877a9eb" providerId="Windows Live" clId="Web-{B57F8EDC-490F-4AD8-BCCE-D4142DCCDD3D}" dt="2022-04-09T17:58:55.707" v="258" actId="14100"/>
      <pc:docMkLst>
        <pc:docMk/>
      </pc:docMkLst>
      <pc:sldChg chg="addSp delSp modSp mod modClrScheme chgLayout">
        <pc:chgData name="Sakhina Runa" userId="6cdeb6b1d877a9eb" providerId="Windows Live" clId="Web-{B57F8EDC-490F-4AD8-BCCE-D4142DCCDD3D}" dt="2022-04-09T17:10:46.058" v="174" actId="1076"/>
        <pc:sldMkLst>
          <pc:docMk/>
          <pc:sldMk cId="109857222" sldId="256"/>
        </pc:sldMkLst>
        <pc:spChg chg="add mod ord">
          <ac:chgData name="Sakhina Runa" userId="6cdeb6b1d877a9eb" providerId="Windows Live" clId="Web-{B57F8EDC-490F-4AD8-BCCE-D4142DCCDD3D}" dt="2022-04-09T16:10:02.034" v="71"/>
          <ac:spMkLst>
            <pc:docMk/>
            <pc:sldMk cId="109857222" sldId="256"/>
            <ac:spMk id="2" creationId="{71FA5F60-FC5F-C7DD-5B0B-61F893FA3A38}"/>
          </ac:spMkLst>
        </pc:spChg>
        <pc:spChg chg="add mod">
          <ac:chgData name="Sakhina Runa" userId="6cdeb6b1d877a9eb" providerId="Windows Live" clId="Web-{B57F8EDC-490F-4AD8-BCCE-D4142DCCDD3D}" dt="2022-04-09T17:10:46.058" v="174" actId="1076"/>
          <ac:spMkLst>
            <pc:docMk/>
            <pc:sldMk cId="109857222" sldId="256"/>
            <ac:spMk id="3" creationId="{4E65FDE6-E169-48A1-2717-B47D1C37D7AE}"/>
          </ac:spMkLst>
        </pc:spChg>
        <pc:spChg chg="add del mod ord">
          <ac:chgData name="Sakhina Runa" userId="6cdeb6b1d877a9eb" providerId="Windows Live" clId="Web-{B57F8EDC-490F-4AD8-BCCE-D4142DCCDD3D}" dt="2022-04-09T16:11:24.989" v="85"/>
          <ac:spMkLst>
            <pc:docMk/>
            <pc:sldMk cId="109857222" sldId="256"/>
            <ac:spMk id="3" creationId="{F0AD1357-D355-EB01-8217-811CA6F668A7}"/>
          </ac:spMkLst>
        </pc:spChg>
        <pc:picChg chg="mod">
          <ac:chgData name="Sakhina Runa" userId="6cdeb6b1d877a9eb" providerId="Windows Live" clId="Web-{B57F8EDC-490F-4AD8-BCCE-D4142DCCDD3D}" dt="2022-04-09T16:10:14.597" v="74" actId="1076"/>
          <ac:picMkLst>
            <pc:docMk/>
            <pc:sldMk cId="109857222" sldId="256"/>
            <ac:picMk id="4" creationId="{61B16F6A-6709-A634-27CC-6D2B10FFB7A3}"/>
          </ac:picMkLst>
        </pc:picChg>
        <pc:picChg chg="mod">
          <ac:chgData name="Sakhina Runa" userId="6cdeb6b1d877a9eb" providerId="Windows Live" clId="Web-{B57F8EDC-490F-4AD8-BCCE-D4142DCCDD3D}" dt="2022-04-09T16:10:01.675" v="70"/>
          <ac:picMkLst>
            <pc:docMk/>
            <pc:sldMk cId="109857222" sldId="256"/>
            <ac:picMk id="5" creationId="{2C6982B9-5417-F79D-5859-D2BFD8B6AF45}"/>
          </ac:picMkLst>
        </pc:picChg>
      </pc:sldChg>
      <pc:sldChg chg="addSp delSp modSp mod modClrScheme chgLayout">
        <pc:chgData name="Sakhina Runa" userId="6cdeb6b1d877a9eb" providerId="Windows Live" clId="Web-{B57F8EDC-490F-4AD8-BCCE-D4142DCCDD3D}" dt="2022-04-09T16:11:28.864" v="86"/>
        <pc:sldMkLst>
          <pc:docMk/>
          <pc:sldMk cId="1851174607" sldId="257"/>
        </pc:sldMkLst>
        <pc:spChg chg="add del mod ord">
          <ac:chgData name="Sakhina Runa" userId="6cdeb6b1d877a9eb" providerId="Windows Live" clId="Web-{B57F8EDC-490F-4AD8-BCCE-D4142DCCDD3D}" dt="2022-04-09T16:11:28.864" v="86"/>
          <ac:spMkLst>
            <pc:docMk/>
            <pc:sldMk cId="1851174607" sldId="257"/>
            <ac:spMk id="2" creationId="{16E667B1-B0A8-9DF8-07BE-9A2C2AF0F8F5}"/>
          </ac:spMkLst>
        </pc:spChg>
        <pc:spChg chg="add mod ord">
          <ac:chgData name="Sakhina Runa" userId="6cdeb6b1d877a9eb" providerId="Windows Live" clId="Web-{B57F8EDC-490F-4AD8-BCCE-D4142DCCDD3D}" dt="2022-04-09T16:10:02.034" v="71"/>
          <ac:spMkLst>
            <pc:docMk/>
            <pc:sldMk cId="1851174607" sldId="257"/>
            <ac:spMk id="3" creationId="{B57650C1-4AD5-1654-2FB0-1DD98E661185}"/>
          </ac:spMkLst>
        </pc:spChg>
        <pc:picChg chg="mod">
          <ac:chgData name="Sakhina Runa" userId="6cdeb6b1d877a9eb" providerId="Windows Live" clId="Web-{B57F8EDC-490F-4AD8-BCCE-D4142DCCDD3D}" dt="2022-04-09T16:10:20.394" v="76" actId="14100"/>
          <ac:picMkLst>
            <pc:docMk/>
            <pc:sldMk cId="1851174607" sldId="257"/>
            <ac:picMk id="4" creationId="{584C0D6D-EF94-DF28-B014-26F4F79FE685}"/>
          </ac:picMkLst>
        </pc:picChg>
        <pc:picChg chg="mod">
          <ac:chgData name="Sakhina Runa" userId="6cdeb6b1d877a9eb" providerId="Windows Live" clId="Web-{B57F8EDC-490F-4AD8-BCCE-D4142DCCDD3D}" dt="2022-04-09T16:10:23.941" v="78" actId="14100"/>
          <ac:picMkLst>
            <pc:docMk/>
            <pc:sldMk cId="1851174607" sldId="257"/>
            <ac:picMk id="5" creationId="{85FF9277-B7C3-6275-F522-431128170690}"/>
          </ac:picMkLst>
        </pc:picChg>
      </pc:sldChg>
      <pc:sldChg chg="addSp delSp modSp new mod modClrScheme chgLayout">
        <pc:chgData name="Sakhina Runa" userId="6cdeb6b1d877a9eb" providerId="Windows Live" clId="Web-{B57F8EDC-490F-4AD8-BCCE-D4142DCCDD3D}" dt="2022-04-09T16:11:18.333" v="84"/>
        <pc:sldMkLst>
          <pc:docMk/>
          <pc:sldMk cId="1312230009" sldId="258"/>
        </pc:sldMkLst>
        <pc:spChg chg="del">
          <ac:chgData name="Sakhina Runa" userId="6cdeb6b1d877a9eb" providerId="Windows Live" clId="Web-{B57F8EDC-490F-4AD8-BCCE-D4142DCCDD3D}" dt="2022-04-09T14:54:15.877" v="1"/>
          <ac:spMkLst>
            <pc:docMk/>
            <pc:sldMk cId="1312230009" sldId="258"/>
            <ac:spMk id="2" creationId="{DECE3DBD-5401-6835-1F56-A9BEECDA3C0B}"/>
          </ac:spMkLst>
        </pc:spChg>
        <pc:spChg chg="del">
          <ac:chgData name="Sakhina Runa" userId="6cdeb6b1d877a9eb" providerId="Windows Live" clId="Web-{B57F8EDC-490F-4AD8-BCCE-D4142DCCDD3D}" dt="2022-04-09T14:54:20.409" v="2"/>
          <ac:spMkLst>
            <pc:docMk/>
            <pc:sldMk cId="1312230009" sldId="258"/>
            <ac:spMk id="3" creationId="{9CE79B81-A479-D3B6-0608-9A230E2D2130}"/>
          </ac:spMkLst>
        </pc:spChg>
        <pc:spChg chg="add del mod ord">
          <ac:chgData name="Sakhina Runa" userId="6cdeb6b1d877a9eb" providerId="Windows Live" clId="Web-{B57F8EDC-490F-4AD8-BCCE-D4142DCCDD3D}" dt="2022-04-09T16:11:18.333" v="84"/>
          <ac:spMkLst>
            <pc:docMk/>
            <pc:sldMk cId="1312230009" sldId="258"/>
            <ac:spMk id="5" creationId="{87798F33-98EE-7965-F078-6F4FBCD8D92B}"/>
          </ac:spMkLst>
        </pc:spChg>
        <pc:spChg chg="add mod ord">
          <ac:chgData name="Sakhina Runa" userId="6cdeb6b1d877a9eb" providerId="Windows Live" clId="Web-{B57F8EDC-490F-4AD8-BCCE-D4142DCCDD3D}" dt="2022-04-09T16:10:02.034" v="71"/>
          <ac:spMkLst>
            <pc:docMk/>
            <pc:sldMk cId="1312230009" sldId="258"/>
            <ac:spMk id="6" creationId="{C1B10749-7ED9-44C9-A32D-725FCE1CDF52}"/>
          </ac:spMkLst>
        </pc:spChg>
        <pc:picChg chg="add mod">
          <ac:chgData name="Sakhina Runa" userId="6cdeb6b1d877a9eb" providerId="Windows Live" clId="Web-{B57F8EDC-490F-4AD8-BCCE-D4142DCCDD3D}" dt="2022-04-09T16:10:34.832" v="80" actId="14100"/>
          <ac:picMkLst>
            <pc:docMk/>
            <pc:sldMk cId="1312230009" sldId="258"/>
            <ac:picMk id="4" creationId="{18D3BF16-AE39-F373-CC68-2558533F6D7F}"/>
          </ac:picMkLst>
        </pc:picChg>
      </pc:sldChg>
      <pc:sldChg chg="addSp delSp modSp new mod modClrScheme chgLayout">
        <pc:chgData name="Sakhina Runa" userId="6cdeb6b1d877a9eb" providerId="Windows Live" clId="Web-{B57F8EDC-490F-4AD8-BCCE-D4142DCCDD3D}" dt="2022-04-09T16:12:09.818" v="96" actId="1076"/>
        <pc:sldMkLst>
          <pc:docMk/>
          <pc:sldMk cId="719362201" sldId="259"/>
        </pc:sldMkLst>
        <pc:spChg chg="del">
          <ac:chgData name="Sakhina Runa" userId="6cdeb6b1d877a9eb" providerId="Windows Live" clId="Web-{B57F8EDC-490F-4AD8-BCCE-D4142DCCDD3D}" dt="2022-04-09T14:55:07.113" v="8"/>
          <ac:spMkLst>
            <pc:docMk/>
            <pc:sldMk cId="719362201" sldId="259"/>
            <ac:spMk id="2" creationId="{21E72F2E-7157-D99A-9F97-F1B0F50D8642}"/>
          </ac:spMkLst>
        </pc:spChg>
        <pc:spChg chg="del">
          <ac:chgData name="Sakhina Runa" userId="6cdeb6b1d877a9eb" providerId="Windows Live" clId="Web-{B57F8EDC-490F-4AD8-BCCE-D4142DCCDD3D}" dt="2022-04-09T14:55:05.222" v="7"/>
          <ac:spMkLst>
            <pc:docMk/>
            <pc:sldMk cId="719362201" sldId="259"/>
            <ac:spMk id="3" creationId="{018B380B-04AC-8867-4B7F-3615F60FA74B}"/>
          </ac:spMkLst>
        </pc:spChg>
        <pc:spChg chg="add del mod ord">
          <ac:chgData name="Sakhina Runa" userId="6cdeb6b1d877a9eb" providerId="Windows Live" clId="Web-{B57F8EDC-490F-4AD8-BCCE-D4142DCCDD3D}" dt="2022-04-09T16:11:11.379" v="83"/>
          <ac:spMkLst>
            <pc:docMk/>
            <pc:sldMk cId="719362201" sldId="259"/>
            <ac:spMk id="6" creationId="{13AF20C9-D921-AF54-3070-E5FDC530D98B}"/>
          </ac:spMkLst>
        </pc:spChg>
        <pc:spChg chg="add mod ord">
          <ac:chgData name="Sakhina Runa" userId="6cdeb6b1d877a9eb" providerId="Windows Live" clId="Web-{B57F8EDC-490F-4AD8-BCCE-D4142DCCDD3D}" dt="2022-04-09T16:10:02.034" v="71"/>
          <ac:spMkLst>
            <pc:docMk/>
            <pc:sldMk cId="719362201" sldId="259"/>
            <ac:spMk id="7" creationId="{584247AF-9F1B-CE23-D67C-9076826F891D}"/>
          </ac:spMkLst>
        </pc:spChg>
        <pc:picChg chg="add mod">
          <ac:chgData name="Sakhina Runa" userId="6cdeb6b1d877a9eb" providerId="Windows Live" clId="Web-{B57F8EDC-490F-4AD8-BCCE-D4142DCCDD3D}" dt="2022-04-09T16:12:04.833" v="93" actId="14100"/>
          <ac:picMkLst>
            <pc:docMk/>
            <pc:sldMk cId="719362201" sldId="259"/>
            <ac:picMk id="4" creationId="{F73CED1F-1DD3-EFF7-B4B0-D7B97961DE09}"/>
          </ac:picMkLst>
        </pc:picChg>
        <pc:picChg chg="add mod">
          <ac:chgData name="Sakhina Runa" userId="6cdeb6b1d877a9eb" providerId="Windows Live" clId="Web-{B57F8EDC-490F-4AD8-BCCE-D4142DCCDD3D}" dt="2022-04-09T16:12:09.818" v="96" actId="1076"/>
          <ac:picMkLst>
            <pc:docMk/>
            <pc:sldMk cId="719362201" sldId="259"/>
            <ac:picMk id="5" creationId="{003A3D2B-4526-0A18-4711-79AB5B97B97A}"/>
          </ac:picMkLst>
        </pc:picChg>
      </pc:sldChg>
      <pc:sldChg chg="addSp delSp modSp new mod modClrScheme chgLayout">
        <pc:chgData name="Sakhina Runa" userId="6cdeb6b1d877a9eb" providerId="Windows Live" clId="Web-{B57F8EDC-490F-4AD8-BCCE-D4142DCCDD3D}" dt="2022-04-09T16:13:02.663" v="110" actId="14100"/>
        <pc:sldMkLst>
          <pc:docMk/>
          <pc:sldMk cId="1848680697" sldId="260"/>
        </pc:sldMkLst>
        <pc:spChg chg="del">
          <ac:chgData name="Sakhina Runa" userId="6cdeb6b1d877a9eb" providerId="Windows Live" clId="Web-{B57F8EDC-490F-4AD8-BCCE-D4142DCCDD3D}" dt="2022-04-09T14:59:58.790" v="23"/>
          <ac:spMkLst>
            <pc:docMk/>
            <pc:sldMk cId="1848680697" sldId="260"/>
            <ac:spMk id="2" creationId="{F6069735-5F1A-315E-3B9C-5D2BD68D9DC0}"/>
          </ac:spMkLst>
        </pc:spChg>
        <pc:spChg chg="del">
          <ac:chgData name="Sakhina Runa" userId="6cdeb6b1d877a9eb" providerId="Windows Live" clId="Web-{B57F8EDC-490F-4AD8-BCCE-D4142DCCDD3D}" dt="2022-04-09T14:59:56.822" v="22"/>
          <ac:spMkLst>
            <pc:docMk/>
            <pc:sldMk cId="1848680697" sldId="260"/>
            <ac:spMk id="3" creationId="{FA150124-65F0-19FB-2112-52ADB5587B88}"/>
          </ac:spMkLst>
        </pc:spChg>
        <pc:spChg chg="add del mod">
          <ac:chgData name="Sakhina Runa" userId="6cdeb6b1d877a9eb" providerId="Windows Live" clId="Web-{B57F8EDC-490F-4AD8-BCCE-D4142DCCDD3D}" dt="2022-04-09T15:06:07.298" v="33"/>
          <ac:spMkLst>
            <pc:docMk/>
            <pc:sldMk cId="1848680697" sldId="260"/>
            <ac:spMk id="4" creationId="{FE6B9E6F-27D4-A9FF-22FD-AB4E38AA90F7}"/>
          </ac:spMkLst>
        </pc:spChg>
        <pc:spChg chg="add mod ord">
          <ac:chgData name="Sakhina Runa" userId="6cdeb6b1d877a9eb" providerId="Windows Live" clId="Web-{B57F8EDC-490F-4AD8-BCCE-D4142DCCDD3D}" dt="2022-04-09T16:10:02.034" v="71"/>
          <ac:spMkLst>
            <pc:docMk/>
            <pc:sldMk cId="1848680697" sldId="260"/>
            <ac:spMk id="5" creationId="{FDF92574-D832-34C9-CACB-8B714FDDB900}"/>
          </ac:spMkLst>
        </pc:spChg>
        <pc:picChg chg="add mod">
          <ac:chgData name="Sakhina Runa" userId="6cdeb6b1d877a9eb" providerId="Windows Live" clId="Web-{B57F8EDC-490F-4AD8-BCCE-D4142DCCDD3D}" dt="2022-04-09T16:12:58.881" v="109" actId="1076"/>
          <ac:picMkLst>
            <pc:docMk/>
            <pc:sldMk cId="1848680697" sldId="260"/>
            <ac:picMk id="2" creationId="{AFEDA1A5-66A0-36A2-D288-D2FCF38057DE}"/>
          </ac:picMkLst>
        </pc:picChg>
        <pc:picChg chg="add del">
          <ac:chgData name="Sakhina Runa" userId="6cdeb6b1d877a9eb" providerId="Windows Live" clId="Web-{B57F8EDC-490F-4AD8-BCCE-D4142DCCDD3D}" dt="2022-04-09T16:03:41.074" v="44"/>
          <ac:picMkLst>
            <pc:docMk/>
            <pc:sldMk cId="1848680697" sldId="260"/>
            <ac:picMk id="4" creationId="{6C9F5F19-0751-34F5-2B82-FDA13AB70758}"/>
          </ac:picMkLst>
        </pc:picChg>
        <pc:picChg chg="add mod">
          <ac:chgData name="Sakhina Runa" userId="6cdeb6b1d877a9eb" providerId="Windows Live" clId="Web-{B57F8EDC-490F-4AD8-BCCE-D4142DCCDD3D}" dt="2022-04-09T16:13:02.663" v="110" actId="14100"/>
          <ac:picMkLst>
            <pc:docMk/>
            <pc:sldMk cId="1848680697" sldId="260"/>
            <ac:picMk id="6" creationId="{95F63D83-22FA-91B7-E215-123CB91F64E9}"/>
          </ac:picMkLst>
        </pc:picChg>
      </pc:sldChg>
      <pc:sldChg chg="addSp delSp modSp new mod modClrScheme chgLayout">
        <pc:chgData name="Sakhina Runa" userId="6cdeb6b1d877a9eb" providerId="Windows Live" clId="Web-{B57F8EDC-490F-4AD8-BCCE-D4142DCCDD3D}" dt="2022-04-09T17:53:07.401" v="238" actId="1076"/>
        <pc:sldMkLst>
          <pc:docMk/>
          <pc:sldMk cId="2994709350" sldId="261"/>
        </pc:sldMkLst>
        <pc:spChg chg="del">
          <ac:chgData name="Sakhina Runa" userId="6cdeb6b1d877a9eb" providerId="Windows Live" clId="Web-{B57F8EDC-490F-4AD8-BCCE-D4142DCCDD3D}" dt="2022-04-09T16:00:49.477" v="39"/>
          <ac:spMkLst>
            <pc:docMk/>
            <pc:sldMk cId="2994709350" sldId="261"/>
            <ac:spMk id="2" creationId="{FFC3EE0A-2B89-A96F-BA5D-0D8353AD8550}"/>
          </ac:spMkLst>
        </pc:spChg>
        <pc:spChg chg="del">
          <ac:chgData name="Sakhina Runa" userId="6cdeb6b1d877a9eb" providerId="Windows Live" clId="Web-{B57F8EDC-490F-4AD8-BCCE-D4142DCCDD3D}" dt="2022-04-09T16:00:46.134" v="38"/>
          <ac:spMkLst>
            <pc:docMk/>
            <pc:sldMk cId="2994709350" sldId="261"/>
            <ac:spMk id="3" creationId="{BD1D7897-DD16-578B-10F1-2F86B5E05DF1}"/>
          </ac:spMkLst>
        </pc:spChg>
        <pc:spChg chg="del mod ord">
          <ac:chgData name="Sakhina Runa" userId="6cdeb6b1d877a9eb" providerId="Windows Live" clId="Web-{B57F8EDC-490F-4AD8-BCCE-D4142DCCDD3D}" dt="2022-04-09T16:11:52.583" v="92"/>
          <ac:spMkLst>
            <pc:docMk/>
            <pc:sldMk cId="2994709350" sldId="261"/>
            <ac:spMk id="4" creationId="{95366E3A-97A5-6C76-FDD1-F957D1EA10B2}"/>
          </ac:spMkLst>
        </pc:spChg>
        <pc:spChg chg="mod ord">
          <ac:chgData name="Sakhina Runa" userId="6cdeb6b1d877a9eb" providerId="Windows Live" clId="Web-{B57F8EDC-490F-4AD8-BCCE-D4142DCCDD3D}" dt="2022-04-09T16:10:02.034" v="71"/>
          <ac:spMkLst>
            <pc:docMk/>
            <pc:sldMk cId="2994709350" sldId="261"/>
            <ac:spMk id="5" creationId="{B07337E4-BA80-BC36-623E-64917D6AA3B8}"/>
          </ac:spMkLst>
        </pc:spChg>
        <pc:picChg chg="add del mod">
          <ac:chgData name="Sakhina Runa" userId="6cdeb6b1d877a9eb" providerId="Windows Live" clId="Web-{B57F8EDC-490F-4AD8-BCCE-D4142DCCDD3D}" dt="2022-04-09T17:53:04.479" v="237"/>
          <ac:picMkLst>
            <pc:docMk/>
            <pc:sldMk cId="2994709350" sldId="261"/>
            <ac:picMk id="2" creationId="{F584EC5D-B6E5-585C-4C86-8B2A8320FE9E}"/>
          </ac:picMkLst>
        </pc:picChg>
        <pc:picChg chg="add del mod">
          <ac:chgData name="Sakhina Runa" userId="6cdeb6b1d877a9eb" providerId="Windows Live" clId="Web-{B57F8EDC-490F-4AD8-BCCE-D4142DCCDD3D}" dt="2022-04-09T17:53:07.401" v="238" actId="1076"/>
          <ac:picMkLst>
            <pc:docMk/>
            <pc:sldMk cId="2994709350" sldId="261"/>
            <ac:picMk id="6" creationId="{969DE116-332E-261B-9D6F-96F448341461}"/>
          </ac:picMkLst>
        </pc:picChg>
      </pc:sldChg>
      <pc:sldChg chg="addSp delSp modSp new mod modClrScheme chgLayout">
        <pc:chgData name="Sakhina Runa" userId="6cdeb6b1d877a9eb" providerId="Windows Live" clId="Web-{B57F8EDC-490F-4AD8-BCCE-D4142DCCDD3D}" dt="2022-04-09T17:23:20.198" v="232" actId="1076"/>
        <pc:sldMkLst>
          <pc:docMk/>
          <pc:sldMk cId="1783956282" sldId="262"/>
        </pc:sldMkLst>
        <pc:spChg chg="del">
          <ac:chgData name="Sakhina Runa" userId="6cdeb6b1d877a9eb" providerId="Windows Live" clId="Web-{B57F8EDC-490F-4AD8-BCCE-D4142DCCDD3D}" dt="2022-04-09T16:07:53.923" v="64"/>
          <ac:spMkLst>
            <pc:docMk/>
            <pc:sldMk cId="1783956282" sldId="262"/>
            <ac:spMk id="2" creationId="{39322566-5E45-1E36-135A-E2A21162B826}"/>
          </ac:spMkLst>
        </pc:spChg>
        <pc:spChg chg="del">
          <ac:chgData name="Sakhina Runa" userId="6cdeb6b1d877a9eb" providerId="Windows Live" clId="Web-{B57F8EDC-490F-4AD8-BCCE-D4142DCCDD3D}" dt="2022-04-09T16:07:52.657" v="63"/>
          <ac:spMkLst>
            <pc:docMk/>
            <pc:sldMk cId="1783956282" sldId="262"/>
            <ac:spMk id="3" creationId="{496EECD7-2147-162C-EAAA-24CB7A7AAC9A}"/>
          </ac:spMkLst>
        </pc:spChg>
        <pc:picChg chg="add del mod">
          <ac:chgData name="Sakhina Runa" userId="6cdeb6b1d877a9eb" providerId="Windows Live" clId="Web-{B57F8EDC-490F-4AD8-BCCE-D4142DCCDD3D}" dt="2022-04-09T17:22:44.510" v="224"/>
          <ac:picMkLst>
            <pc:docMk/>
            <pc:sldMk cId="1783956282" sldId="262"/>
            <ac:picMk id="2" creationId="{127C6CBE-805E-DD1C-963F-48D0E9629569}"/>
          </ac:picMkLst>
        </pc:picChg>
        <pc:picChg chg="add mod">
          <ac:chgData name="Sakhina Runa" userId="6cdeb6b1d877a9eb" providerId="Windows Live" clId="Web-{B57F8EDC-490F-4AD8-BCCE-D4142DCCDD3D}" dt="2022-04-09T17:23:20.198" v="232" actId="1076"/>
          <ac:picMkLst>
            <pc:docMk/>
            <pc:sldMk cId="1783956282" sldId="262"/>
            <ac:picMk id="4" creationId="{210B2746-0742-C34F-1A78-86D3518D2995}"/>
          </ac:picMkLst>
        </pc:picChg>
      </pc:sldChg>
      <pc:sldChg chg="addSp delSp modSp new">
        <pc:chgData name="Sakhina Runa" userId="6cdeb6b1d877a9eb" providerId="Windows Live" clId="Web-{B57F8EDC-490F-4AD8-BCCE-D4142DCCDD3D}" dt="2022-04-09T16:57:27.010" v="124" actId="14100"/>
        <pc:sldMkLst>
          <pc:docMk/>
          <pc:sldMk cId="889639797" sldId="263"/>
        </pc:sldMkLst>
        <pc:spChg chg="del">
          <ac:chgData name="Sakhina Runa" userId="6cdeb6b1d877a9eb" providerId="Windows Live" clId="Web-{B57F8EDC-490F-4AD8-BCCE-D4142DCCDD3D}" dt="2022-04-09T16:15:36.040" v="117"/>
          <ac:spMkLst>
            <pc:docMk/>
            <pc:sldMk cId="889639797" sldId="263"/>
            <ac:spMk id="2" creationId="{652CC27A-B5CF-E9B0-C7E6-156B8FB14A42}"/>
          </ac:spMkLst>
        </pc:spChg>
        <pc:spChg chg="del">
          <ac:chgData name="Sakhina Runa" userId="6cdeb6b1d877a9eb" providerId="Windows Live" clId="Web-{B57F8EDC-490F-4AD8-BCCE-D4142DCCDD3D}" dt="2022-04-09T16:15:32.087" v="116"/>
          <ac:spMkLst>
            <pc:docMk/>
            <pc:sldMk cId="889639797" sldId="263"/>
            <ac:spMk id="3" creationId="{D9F16106-CDAC-2755-A150-29A60BEEDFE8}"/>
          </ac:spMkLst>
        </pc:spChg>
        <pc:picChg chg="add mod">
          <ac:chgData name="Sakhina Runa" userId="6cdeb6b1d877a9eb" providerId="Windows Live" clId="Web-{B57F8EDC-490F-4AD8-BCCE-D4142DCCDD3D}" dt="2022-04-09T16:57:27.010" v="124" actId="14100"/>
          <ac:picMkLst>
            <pc:docMk/>
            <pc:sldMk cId="889639797" sldId="263"/>
            <ac:picMk id="2" creationId="{97EBFD41-10F5-41E0-0B55-DFAD6E891C1C}"/>
          </ac:picMkLst>
        </pc:picChg>
        <pc:picChg chg="add mod">
          <ac:chgData name="Sakhina Runa" userId="6cdeb6b1d877a9eb" providerId="Windows Live" clId="Web-{B57F8EDC-490F-4AD8-BCCE-D4142DCCDD3D}" dt="2022-04-09T16:18:02.527" v="121" actId="1076"/>
          <ac:picMkLst>
            <pc:docMk/>
            <pc:sldMk cId="889639797" sldId="263"/>
            <ac:picMk id="4" creationId="{C62263F0-564D-2683-85A2-6A592D196841}"/>
          </ac:picMkLst>
        </pc:picChg>
      </pc:sldChg>
      <pc:sldChg chg="addSp delSp modSp new">
        <pc:chgData name="Sakhina Runa" userId="6cdeb6b1d877a9eb" providerId="Windows Live" clId="Web-{B57F8EDC-490F-4AD8-BCCE-D4142DCCDD3D}" dt="2022-04-09T17:00:23.810" v="133" actId="14100"/>
        <pc:sldMkLst>
          <pc:docMk/>
          <pc:sldMk cId="1946876631" sldId="264"/>
        </pc:sldMkLst>
        <pc:spChg chg="del">
          <ac:chgData name="Sakhina Runa" userId="6cdeb6b1d877a9eb" providerId="Windows Live" clId="Web-{B57F8EDC-490F-4AD8-BCCE-D4142DCCDD3D}" dt="2022-04-09T16:58:55.637" v="127"/>
          <ac:spMkLst>
            <pc:docMk/>
            <pc:sldMk cId="1946876631" sldId="264"/>
            <ac:spMk id="2" creationId="{A63B8D21-6749-B5FA-02B3-FDFCC93B1832}"/>
          </ac:spMkLst>
        </pc:spChg>
        <pc:spChg chg="del">
          <ac:chgData name="Sakhina Runa" userId="6cdeb6b1d877a9eb" providerId="Windows Live" clId="Web-{B57F8EDC-490F-4AD8-BCCE-D4142DCCDD3D}" dt="2022-04-09T16:58:50.996" v="126"/>
          <ac:spMkLst>
            <pc:docMk/>
            <pc:sldMk cId="1946876631" sldId="264"/>
            <ac:spMk id="3" creationId="{EF1D4C7D-D8A7-360E-D0C1-307A18284A5E}"/>
          </ac:spMkLst>
        </pc:spChg>
        <pc:picChg chg="add mod">
          <ac:chgData name="Sakhina Runa" userId="6cdeb6b1d877a9eb" providerId="Windows Live" clId="Web-{B57F8EDC-490F-4AD8-BCCE-D4142DCCDD3D}" dt="2022-04-09T16:59:58.357" v="130" actId="14100"/>
          <ac:picMkLst>
            <pc:docMk/>
            <pc:sldMk cId="1946876631" sldId="264"/>
            <ac:picMk id="4" creationId="{D4ABB59C-9691-89ED-D37B-76865A5B8457}"/>
          </ac:picMkLst>
        </pc:picChg>
        <pc:picChg chg="add mod">
          <ac:chgData name="Sakhina Runa" userId="6cdeb6b1d877a9eb" providerId="Windows Live" clId="Web-{B57F8EDC-490F-4AD8-BCCE-D4142DCCDD3D}" dt="2022-04-09T17:00:23.810" v="133" actId="14100"/>
          <ac:picMkLst>
            <pc:docMk/>
            <pc:sldMk cId="1946876631" sldId="264"/>
            <ac:picMk id="5" creationId="{675461ED-F1BD-7380-831D-AF381EC395E6}"/>
          </ac:picMkLst>
        </pc:picChg>
      </pc:sldChg>
      <pc:sldChg chg="addSp delSp modSp new">
        <pc:chgData name="Sakhina Runa" userId="6cdeb6b1d877a9eb" providerId="Windows Live" clId="Web-{B57F8EDC-490F-4AD8-BCCE-D4142DCCDD3D}" dt="2022-04-09T17:05:20.113" v="155" actId="1076"/>
        <pc:sldMkLst>
          <pc:docMk/>
          <pc:sldMk cId="2759607602" sldId="265"/>
        </pc:sldMkLst>
        <pc:spChg chg="del">
          <ac:chgData name="Sakhina Runa" userId="6cdeb6b1d877a9eb" providerId="Windows Live" clId="Web-{B57F8EDC-490F-4AD8-BCCE-D4142DCCDD3D}" dt="2022-04-09T17:01:33.656" v="136"/>
          <ac:spMkLst>
            <pc:docMk/>
            <pc:sldMk cId="2759607602" sldId="265"/>
            <ac:spMk id="2" creationId="{F225C471-AD9A-D496-4903-15878AF92E8A}"/>
          </ac:spMkLst>
        </pc:spChg>
        <pc:spChg chg="del">
          <ac:chgData name="Sakhina Runa" userId="6cdeb6b1d877a9eb" providerId="Windows Live" clId="Web-{B57F8EDC-490F-4AD8-BCCE-D4142DCCDD3D}" dt="2022-04-09T17:01:32.062" v="135"/>
          <ac:spMkLst>
            <pc:docMk/>
            <pc:sldMk cId="2759607602" sldId="265"/>
            <ac:spMk id="3" creationId="{7DB3229B-208B-CE5D-4C20-25954846394F}"/>
          </ac:spMkLst>
        </pc:spChg>
        <pc:spChg chg="add mod">
          <ac:chgData name="Sakhina Runa" userId="6cdeb6b1d877a9eb" providerId="Windows Live" clId="Web-{B57F8EDC-490F-4AD8-BCCE-D4142DCCDD3D}" dt="2022-04-09T17:04:10.456" v="149" actId="1076"/>
          <ac:spMkLst>
            <pc:docMk/>
            <pc:sldMk cId="2759607602" sldId="265"/>
            <ac:spMk id="5" creationId="{63778ECA-0384-02FF-BD1B-CD330F6BCD52}"/>
          </ac:spMkLst>
        </pc:spChg>
        <pc:picChg chg="add mod">
          <ac:chgData name="Sakhina Runa" userId="6cdeb6b1d877a9eb" providerId="Windows Live" clId="Web-{B57F8EDC-490F-4AD8-BCCE-D4142DCCDD3D}" dt="2022-04-09T17:01:57.750" v="139" actId="14100"/>
          <ac:picMkLst>
            <pc:docMk/>
            <pc:sldMk cId="2759607602" sldId="265"/>
            <ac:picMk id="4" creationId="{04BA8367-E98C-C1B9-80D6-4D0510188074}"/>
          </ac:picMkLst>
        </pc:picChg>
        <pc:picChg chg="add mod">
          <ac:chgData name="Sakhina Runa" userId="6cdeb6b1d877a9eb" providerId="Windows Live" clId="Web-{B57F8EDC-490F-4AD8-BCCE-D4142DCCDD3D}" dt="2022-04-09T17:05:20.113" v="155" actId="1076"/>
          <ac:picMkLst>
            <pc:docMk/>
            <pc:sldMk cId="2759607602" sldId="265"/>
            <ac:picMk id="6" creationId="{85EE15CC-E875-3A87-C0E8-BA29E22AC678}"/>
          </ac:picMkLst>
        </pc:picChg>
      </pc:sldChg>
      <pc:sldChg chg="addSp delSp modSp new">
        <pc:chgData name="Sakhina Runa" userId="6cdeb6b1d877a9eb" providerId="Windows Live" clId="Web-{B57F8EDC-490F-4AD8-BCCE-D4142DCCDD3D}" dt="2022-04-09T17:12:26.685" v="178" actId="1076"/>
        <pc:sldMkLst>
          <pc:docMk/>
          <pc:sldMk cId="2435087084" sldId="266"/>
        </pc:sldMkLst>
        <pc:spChg chg="del">
          <ac:chgData name="Sakhina Runa" userId="6cdeb6b1d877a9eb" providerId="Windows Live" clId="Web-{B57F8EDC-490F-4AD8-BCCE-D4142DCCDD3D}" dt="2022-04-09T17:05:42.895" v="158"/>
          <ac:spMkLst>
            <pc:docMk/>
            <pc:sldMk cId="2435087084" sldId="266"/>
            <ac:spMk id="2" creationId="{D23C1139-18BC-6DB0-4EC8-5605E13EF21E}"/>
          </ac:spMkLst>
        </pc:spChg>
        <pc:spChg chg="del">
          <ac:chgData name="Sakhina Runa" userId="6cdeb6b1d877a9eb" providerId="Windows Live" clId="Web-{B57F8EDC-490F-4AD8-BCCE-D4142DCCDD3D}" dt="2022-04-09T17:05:41.270" v="157"/>
          <ac:spMkLst>
            <pc:docMk/>
            <pc:sldMk cId="2435087084" sldId="266"/>
            <ac:spMk id="3" creationId="{2072F8AC-4CFB-6448-56B5-0CE7A16A0ED3}"/>
          </ac:spMkLst>
        </pc:spChg>
        <pc:picChg chg="add mod">
          <ac:chgData name="Sakhina Runa" userId="6cdeb6b1d877a9eb" providerId="Windows Live" clId="Web-{B57F8EDC-490F-4AD8-BCCE-D4142DCCDD3D}" dt="2022-04-09T17:12:26.685" v="178" actId="1076"/>
          <ac:picMkLst>
            <pc:docMk/>
            <pc:sldMk cId="2435087084" sldId="266"/>
            <ac:picMk id="4" creationId="{71897EC0-1FC3-D82A-B8FB-FE9751D5CC91}"/>
          </ac:picMkLst>
        </pc:picChg>
      </pc:sldChg>
      <pc:sldChg chg="addSp delSp modSp new">
        <pc:chgData name="Sakhina Runa" userId="6cdeb6b1d877a9eb" providerId="Windows Live" clId="Web-{B57F8EDC-490F-4AD8-BCCE-D4142DCCDD3D}" dt="2022-04-09T17:08:23.461" v="168" actId="1076"/>
        <pc:sldMkLst>
          <pc:docMk/>
          <pc:sldMk cId="2981434560" sldId="267"/>
        </pc:sldMkLst>
        <pc:spChg chg="del">
          <ac:chgData name="Sakhina Runa" userId="6cdeb6b1d877a9eb" providerId="Windows Live" clId="Web-{B57F8EDC-490F-4AD8-BCCE-D4142DCCDD3D}" dt="2022-04-09T17:07:25.006" v="161"/>
          <ac:spMkLst>
            <pc:docMk/>
            <pc:sldMk cId="2981434560" sldId="267"/>
            <ac:spMk id="2" creationId="{C1455F56-5DC8-253B-D946-114B9CC0E9FE}"/>
          </ac:spMkLst>
        </pc:spChg>
        <pc:spChg chg="del">
          <ac:chgData name="Sakhina Runa" userId="6cdeb6b1d877a9eb" providerId="Windows Live" clId="Web-{B57F8EDC-490F-4AD8-BCCE-D4142DCCDD3D}" dt="2022-04-09T17:07:23.100" v="160"/>
          <ac:spMkLst>
            <pc:docMk/>
            <pc:sldMk cId="2981434560" sldId="267"/>
            <ac:spMk id="3" creationId="{3E4CE251-E78D-D812-4F21-330B87D385FC}"/>
          </ac:spMkLst>
        </pc:spChg>
        <pc:picChg chg="add mod">
          <ac:chgData name="Sakhina Runa" userId="6cdeb6b1d877a9eb" providerId="Windows Live" clId="Web-{B57F8EDC-490F-4AD8-BCCE-D4142DCCDD3D}" dt="2022-04-09T17:07:33.007" v="164" actId="14100"/>
          <ac:picMkLst>
            <pc:docMk/>
            <pc:sldMk cId="2981434560" sldId="267"/>
            <ac:picMk id="4" creationId="{F325403C-9F0F-50CC-0D6D-4696ECC81CF3}"/>
          </ac:picMkLst>
        </pc:picChg>
        <pc:picChg chg="add mod">
          <ac:chgData name="Sakhina Runa" userId="6cdeb6b1d877a9eb" providerId="Windows Live" clId="Web-{B57F8EDC-490F-4AD8-BCCE-D4142DCCDD3D}" dt="2022-04-09T17:08:23.461" v="168" actId="1076"/>
          <ac:picMkLst>
            <pc:docMk/>
            <pc:sldMk cId="2981434560" sldId="267"/>
            <ac:picMk id="5" creationId="{C0060B08-3EF3-8D15-17F2-780141A6B285}"/>
          </ac:picMkLst>
        </pc:picChg>
      </pc:sldChg>
      <pc:sldChg chg="addSp delSp modSp new">
        <pc:chgData name="Sakhina Runa" userId="6cdeb6b1d877a9eb" providerId="Windows Live" clId="Web-{B57F8EDC-490F-4AD8-BCCE-D4142DCCDD3D}" dt="2022-04-09T17:14:47.297" v="186" actId="1076"/>
        <pc:sldMkLst>
          <pc:docMk/>
          <pc:sldMk cId="2968533168" sldId="268"/>
        </pc:sldMkLst>
        <pc:spChg chg="del">
          <ac:chgData name="Sakhina Runa" userId="6cdeb6b1d877a9eb" providerId="Windows Live" clId="Web-{B57F8EDC-490F-4AD8-BCCE-D4142DCCDD3D}" dt="2022-04-09T17:14:25.734" v="181"/>
          <ac:spMkLst>
            <pc:docMk/>
            <pc:sldMk cId="2968533168" sldId="268"/>
            <ac:spMk id="2" creationId="{A87010C3-31DB-21D7-F862-31554D8241CF}"/>
          </ac:spMkLst>
        </pc:spChg>
        <pc:spChg chg="del">
          <ac:chgData name="Sakhina Runa" userId="6cdeb6b1d877a9eb" providerId="Windows Live" clId="Web-{B57F8EDC-490F-4AD8-BCCE-D4142DCCDD3D}" dt="2022-04-09T17:14:22.375" v="180"/>
          <ac:spMkLst>
            <pc:docMk/>
            <pc:sldMk cId="2968533168" sldId="268"/>
            <ac:spMk id="3" creationId="{8913FD90-8568-CE36-715F-9D4AE8A215CB}"/>
          </ac:spMkLst>
        </pc:spChg>
        <pc:picChg chg="add mod">
          <ac:chgData name="Sakhina Runa" userId="6cdeb6b1d877a9eb" providerId="Windows Live" clId="Web-{B57F8EDC-490F-4AD8-BCCE-D4142DCCDD3D}" dt="2022-04-09T17:14:47.297" v="186" actId="1076"/>
          <ac:picMkLst>
            <pc:docMk/>
            <pc:sldMk cId="2968533168" sldId="268"/>
            <ac:picMk id="4" creationId="{7929AF63-0EAC-31F9-A7B3-834EB3810FC9}"/>
          </ac:picMkLst>
        </pc:picChg>
      </pc:sldChg>
      <pc:sldChg chg="addSp delSp modSp new">
        <pc:chgData name="Sakhina Runa" userId="6cdeb6b1d877a9eb" providerId="Windows Live" clId="Web-{B57F8EDC-490F-4AD8-BCCE-D4142DCCDD3D}" dt="2022-04-09T17:55:59.843" v="243" actId="14100"/>
        <pc:sldMkLst>
          <pc:docMk/>
          <pc:sldMk cId="3634599959" sldId="269"/>
        </pc:sldMkLst>
        <pc:spChg chg="del">
          <ac:chgData name="Sakhina Runa" userId="6cdeb6b1d877a9eb" providerId="Windows Live" clId="Web-{B57F8EDC-490F-4AD8-BCCE-D4142DCCDD3D}" dt="2022-04-09T17:14:58.829" v="188"/>
          <ac:spMkLst>
            <pc:docMk/>
            <pc:sldMk cId="3634599959" sldId="269"/>
            <ac:spMk id="2" creationId="{CF0B378E-7A9D-F88D-84D9-FE5D8E047333}"/>
          </ac:spMkLst>
        </pc:spChg>
        <pc:spChg chg="del">
          <ac:chgData name="Sakhina Runa" userId="6cdeb6b1d877a9eb" providerId="Windows Live" clId="Web-{B57F8EDC-490F-4AD8-BCCE-D4142DCCDD3D}" dt="2022-04-09T17:15:00.532" v="189"/>
          <ac:spMkLst>
            <pc:docMk/>
            <pc:sldMk cId="3634599959" sldId="269"/>
            <ac:spMk id="3" creationId="{94CD644E-033C-EA1F-AE50-5ACDA0BD3F13}"/>
          </ac:spMkLst>
        </pc:spChg>
        <pc:picChg chg="add mod">
          <ac:chgData name="Sakhina Runa" userId="6cdeb6b1d877a9eb" providerId="Windows Live" clId="Web-{B57F8EDC-490F-4AD8-BCCE-D4142DCCDD3D}" dt="2022-04-09T17:55:59.843" v="243" actId="14100"/>
          <ac:picMkLst>
            <pc:docMk/>
            <pc:sldMk cId="3634599959" sldId="269"/>
            <ac:picMk id="2" creationId="{6C692780-56E2-719D-89C5-D464ED0E9A68}"/>
          </ac:picMkLst>
        </pc:picChg>
        <pc:picChg chg="add del mod">
          <ac:chgData name="Sakhina Runa" userId="6cdeb6b1d877a9eb" providerId="Windows Live" clId="Web-{B57F8EDC-490F-4AD8-BCCE-D4142DCCDD3D}" dt="2022-04-09T17:19:22.553" v="212"/>
          <ac:picMkLst>
            <pc:docMk/>
            <pc:sldMk cId="3634599959" sldId="269"/>
            <ac:picMk id="4" creationId="{F230803C-9513-52AA-E6DB-817D8F9BD208}"/>
          </ac:picMkLst>
        </pc:picChg>
        <pc:picChg chg="add mod">
          <ac:chgData name="Sakhina Runa" userId="6cdeb6b1d877a9eb" providerId="Windows Live" clId="Web-{B57F8EDC-490F-4AD8-BCCE-D4142DCCDD3D}" dt="2022-04-09T17:19:46.209" v="218" actId="1076"/>
          <ac:picMkLst>
            <pc:docMk/>
            <pc:sldMk cId="3634599959" sldId="269"/>
            <ac:picMk id="14" creationId="{BF11A11B-6110-A3EE-5C1B-8B35CEC87819}"/>
          </ac:picMkLst>
        </pc:picChg>
        <pc:inkChg chg="add del">
          <ac:chgData name="Sakhina Runa" userId="6cdeb6b1d877a9eb" providerId="Windows Live" clId="Web-{B57F8EDC-490F-4AD8-BCCE-D4142DCCDD3D}" dt="2022-04-09T17:18:11.161" v="198"/>
          <ac:inkMkLst>
            <pc:docMk/>
            <pc:sldMk cId="3634599959" sldId="269"/>
            <ac:inkMk id="5" creationId="{4FEF2815-3854-2D60-8532-FF97DF1C581A}"/>
          </ac:inkMkLst>
        </pc:inkChg>
        <pc:inkChg chg="add del">
          <ac:chgData name="Sakhina Runa" userId="6cdeb6b1d877a9eb" providerId="Windows Live" clId="Web-{B57F8EDC-490F-4AD8-BCCE-D4142DCCDD3D}" dt="2022-04-09T17:18:09.723" v="197"/>
          <ac:inkMkLst>
            <pc:docMk/>
            <pc:sldMk cId="3634599959" sldId="269"/>
            <ac:inkMk id="6" creationId="{99DA54F6-EE9F-C4C3-B93D-F80235E33562}"/>
          </ac:inkMkLst>
        </pc:inkChg>
        <pc:inkChg chg="add del">
          <ac:chgData name="Sakhina Runa" userId="6cdeb6b1d877a9eb" providerId="Windows Live" clId="Web-{B57F8EDC-490F-4AD8-BCCE-D4142DCCDD3D}" dt="2022-04-09T17:18:08.629" v="196"/>
          <ac:inkMkLst>
            <pc:docMk/>
            <pc:sldMk cId="3634599959" sldId="269"/>
            <ac:inkMk id="7" creationId="{6FF567A0-1E29-D78C-E26F-53D844729599}"/>
          </ac:inkMkLst>
        </pc:inkChg>
        <pc:inkChg chg="add del">
          <ac:chgData name="Sakhina Runa" userId="6cdeb6b1d877a9eb" providerId="Windows Live" clId="Web-{B57F8EDC-490F-4AD8-BCCE-D4142DCCDD3D}" dt="2022-04-09T17:18:36.505" v="203"/>
          <ac:inkMkLst>
            <pc:docMk/>
            <pc:sldMk cId="3634599959" sldId="269"/>
            <ac:inkMk id="8" creationId="{3E7533DB-5D3E-2EE5-E25A-D7D3A5CB9795}"/>
          </ac:inkMkLst>
        </pc:inkChg>
        <pc:inkChg chg="add del">
          <ac:chgData name="Sakhina Runa" userId="6cdeb6b1d877a9eb" providerId="Windows Live" clId="Web-{B57F8EDC-490F-4AD8-BCCE-D4142DCCDD3D}" dt="2022-04-09T17:18:35.770" v="202"/>
          <ac:inkMkLst>
            <pc:docMk/>
            <pc:sldMk cId="3634599959" sldId="269"/>
            <ac:inkMk id="9" creationId="{04C96FAA-FDDA-EAD7-ADB1-B1D0AC50FA96}"/>
          </ac:inkMkLst>
        </pc:inkChg>
        <pc:inkChg chg="add del">
          <ac:chgData name="Sakhina Runa" userId="6cdeb6b1d877a9eb" providerId="Windows Live" clId="Web-{B57F8EDC-490F-4AD8-BCCE-D4142DCCDD3D}" dt="2022-04-09T17:18:49.646" v="205"/>
          <ac:inkMkLst>
            <pc:docMk/>
            <pc:sldMk cId="3634599959" sldId="269"/>
            <ac:inkMk id="10" creationId="{6EAED89C-2347-B6DD-D320-799B9CBD3A84}"/>
          </ac:inkMkLst>
        </pc:inkChg>
        <pc:inkChg chg="add del">
          <ac:chgData name="Sakhina Runa" userId="6cdeb6b1d877a9eb" providerId="Windows Live" clId="Web-{B57F8EDC-490F-4AD8-BCCE-D4142DCCDD3D}" dt="2022-04-09T17:18:59.365" v="209"/>
          <ac:inkMkLst>
            <pc:docMk/>
            <pc:sldMk cId="3634599959" sldId="269"/>
            <ac:inkMk id="11" creationId="{CC268983-0F23-C00B-7A38-0CE22AEDB677}"/>
          </ac:inkMkLst>
        </pc:inkChg>
        <pc:inkChg chg="add del">
          <ac:chgData name="Sakhina Runa" userId="6cdeb6b1d877a9eb" providerId="Windows Live" clId="Web-{B57F8EDC-490F-4AD8-BCCE-D4142DCCDD3D}" dt="2022-04-09T17:18:58.630" v="208"/>
          <ac:inkMkLst>
            <pc:docMk/>
            <pc:sldMk cId="3634599959" sldId="269"/>
            <ac:inkMk id="12" creationId="{DF2EFB80-538E-DA8B-B704-4F5FA4353EA9}"/>
          </ac:inkMkLst>
        </pc:inkChg>
        <pc:inkChg chg="add del">
          <ac:chgData name="Sakhina Runa" userId="6cdeb6b1d877a9eb" providerId="Windows Live" clId="Web-{B57F8EDC-490F-4AD8-BCCE-D4142DCCDD3D}" dt="2022-04-09T17:19:04.287" v="211"/>
          <ac:inkMkLst>
            <pc:docMk/>
            <pc:sldMk cId="3634599959" sldId="269"/>
            <ac:inkMk id="13" creationId="{8392B04D-BAC1-2495-CDC3-092E65CAD21E}"/>
          </ac:inkMkLst>
        </pc:inkChg>
        <pc:inkChg chg="add del">
          <ac:chgData name="Sakhina Runa" userId="6cdeb6b1d877a9eb" providerId="Windows Live" clId="Web-{B57F8EDC-490F-4AD8-BCCE-D4142DCCDD3D}" dt="2022-04-09T17:19:30.193" v="215"/>
          <ac:inkMkLst>
            <pc:docMk/>
            <pc:sldMk cId="3634599959" sldId="269"/>
            <ac:inkMk id="15" creationId="{4BC1E0DC-C595-B660-A428-BE235F09C97A}"/>
          </ac:inkMkLst>
        </pc:inkChg>
      </pc:sldChg>
      <pc:sldChg chg="addSp delSp modSp new">
        <pc:chgData name="Sakhina Runa" userId="6cdeb6b1d877a9eb" providerId="Windows Live" clId="Web-{B57F8EDC-490F-4AD8-BCCE-D4142DCCDD3D}" dt="2022-04-09T17:23:06.557" v="231" actId="1076"/>
        <pc:sldMkLst>
          <pc:docMk/>
          <pc:sldMk cId="2668911386" sldId="270"/>
        </pc:sldMkLst>
        <pc:spChg chg="del">
          <ac:chgData name="Sakhina Runa" userId="6cdeb6b1d877a9eb" providerId="Windows Live" clId="Web-{B57F8EDC-490F-4AD8-BCCE-D4142DCCDD3D}" dt="2022-04-09T17:22:58.229" v="227"/>
          <ac:spMkLst>
            <pc:docMk/>
            <pc:sldMk cId="2668911386" sldId="270"/>
            <ac:spMk id="2" creationId="{726535B8-311B-D266-A893-6D52A45D8D62}"/>
          </ac:spMkLst>
        </pc:spChg>
        <pc:spChg chg="del">
          <ac:chgData name="Sakhina Runa" userId="6cdeb6b1d877a9eb" providerId="Windows Live" clId="Web-{B57F8EDC-490F-4AD8-BCCE-D4142DCCDD3D}" dt="2022-04-09T17:22:54.604" v="226"/>
          <ac:spMkLst>
            <pc:docMk/>
            <pc:sldMk cId="2668911386" sldId="270"/>
            <ac:spMk id="3" creationId="{B3963422-04E3-F811-1B07-F20802FC351A}"/>
          </ac:spMkLst>
        </pc:spChg>
        <pc:picChg chg="add mod">
          <ac:chgData name="Sakhina Runa" userId="6cdeb6b1d877a9eb" providerId="Windows Live" clId="Web-{B57F8EDC-490F-4AD8-BCCE-D4142DCCDD3D}" dt="2022-04-09T17:23:06.557" v="231" actId="1076"/>
          <ac:picMkLst>
            <pc:docMk/>
            <pc:sldMk cId="2668911386" sldId="270"/>
            <ac:picMk id="4" creationId="{292926D1-0932-6B59-8A9F-B5F8F8EAE3AA}"/>
          </ac:picMkLst>
        </pc:picChg>
      </pc:sldChg>
      <pc:sldChg chg="addSp delSp modSp new">
        <pc:chgData name="Sakhina Runa" userId="6cdeb6b1d877a9eb" providerId="Windows Live" clId="Web-{B57F8EDC-490F-4AD8-BCCE-D4142DCCDD3D}" dt="2022-04-09T17:56:38.125" v="250" actId="14100"/>
        <pc:sldMkLst>
          <pc:docMk/>
          <pc:sldMk cId="4062747387" sldId="271"/>
        </pc:sldMkLst>
        <pc:spChg chg="del">
          <ac:chgData name="Sakhina Runa" userId="6cdeb6b1d877a9eb" providerId="Windows Live" clId="Web-{B57F8EDC-490F-4AD8-BCCE-D4142DCCDD3D}" dt="2022-04-09T17:56:10.719" v="246"/>
          <ac:spMkLst>
            <pc:docMk/>
            <pc:sldMk cId="4062747387" sldId="271"/>
            <ac:spMk id="2" creationId="{2617B0C8-0AD0-8218-CA6F-C42F600CA729}"/>
          </ac:spMkLst>
        </pc:spChg>
        <pc:spChg chg="del">
          <ac:chgData name="Sakhina Runa" userId="6cdeb6b1d877a9eb" providerId="Windows Live" clId="Web-{B57F8EDC-490F-4AD8-BCCE-D4142DCCDD3D}" dt="2022-04-09T17:56:08.422" v="245"/>
          <ac:spMkLst>
            <pc:docMk/>
            <pc:sldMk cId="4062747387" sldId="271"/>
            <ac:spMk id="3" creationId="{CF265189-3B8F-0B15-40F6-97F582F4B1F4}"/>
          </ac:spMkLst>
        </pc:spChg>
        <pc:picChg chg="add mod">
          <ac:chgData name="Sakhina Runa" userId="6cdeb6b1d877a9eb" providerId="Windows Live" clId="Web-{B57F8EDC-490F-4AD8-BCCE-D4142DCCDD3D}" dt="2022-04-09T17:56:38.125" v="250" actId="14100"/>
          <ac:picMkLst>
            <pc:docMk/>
            <pc:sldMk cId="4062747387" sldId="271"/>
            <ac:picMk id="4" creationId="{94E7D75F-D53C-61C9-F1C3-F90F71919C46}"/>
          </ac:picMkLst>
        </pc:picChg>
      </pc:sldChg>
      <pc:sldChg chg="addSp delSp modSp new">
        <pc:chgData name="Sakhina Runa" userId="6cdeb6b1d877a9eb" providerId="Windows Live" clId="Web-{B57F8EDC-490F-4AD8-BCCE-D4142DCCDD3D}" dt="2022-04-09T17:58:55.707" v="258" actId="14100"/>
        <pc:sldMkLst>
          <pc:docMk/>
          <pc:sldMk cId="2186970660" sldId="272"/>
        </pc:sldMkLst>
        <pc:spChg chg="del">
          <ac:chgData name="Sakhina Runa" userId="6cdeb6b1d877a9eb" providerId="Windows Live" clId="Web-{B57F8EDC-490F-4AD8-BCCE-D4142DCCDD3D}" dt="2022-04-09T17:57:02.985" v="253"/>
          <ac:spMkLst>
            <pc:docMk/>
            <pc:sldMk cId="2186970660" sldId="272"/>
            <ac:spMk id="2" creationId="{4369DDD7-9472-FC6F-4E63-BD4413F31486}"/>
          </ac:spMkLst>
        </pc:spChg>
        <pc:spChg chg="del">
          <ac:chgData name="Sakhina Runa" userId="6cdeb6b1d877a9eb" providerId="Windows Live" clId="Web-{B57F8EDC-490F-4AD8-BCCE-D4142DCCDD3D}" dt="2022-04-09T17:57:01.329" v="252"/>
          <ac:spMkLst>
            <pc:docMk/>
            <pc:sldMk cId="2186970660" sldId="272"/>
            <ac:spMk id="3" creationId="{9FA722E4-8128-D458-A6AF-A3181072515C}"/>
          </ac:spMkLst>
        </pc:spChg>
        <pc:picChg chg="add mod">
          <ac:chgData name="Sakhina Runa" userId="6cdeb6b1d877a9eb" providerId="Windows Live" clId="Web-{B57F8EDC-490F-4AD8-BCCE-D4142DCCDD3D}" dt="2022-04-09T17:58:55.707" v="258" actId="14100"/>
          <ac:picMkLst>
            <pc:docMk/>
            <pc:sldMk cId="2186970660" sldId="272"/>
            <ac:picMk id="4" creationId="{0789F03E-3636-9C03-DB81-5B7DF40B3306}"/>
          </ac:picMkLst>
        </pc:picChg>
      </pc:sldChg>
      <pc:sldMasterChg chg="modSp del mod delSldLayout modSldLayout">
        <pc:chgData name="Sakhina Runa" userId="6cdeb6b1d877a9eb" providerId="Windows Live" clId="Web-{B57F8EDC-490F-4AD8-BCCE-D4142DCCDD3D}" dt="2022-04-09T16:07:04.750" v="59"/>
        <pc:sldMasterMkLst>
          <pc:docMk/>
          <pc:sldMasterMk cId="2460954070" sldId="2147483660"/>
        </pc:sldMasterMkLst>
        <pc:spChg chg="mod">
          <ac:chgData name="Sakhina Runa" userId="6cdeb6b1d877a9eb" providerId="Windows Live" clId="Web-{B57F8EDC-490F-4AD8-BCCE-D4142DCCDD3D}" dt="2022-04-09T16:07:04.297" v="58"/>
          <ac:spMkLst>
            <pc:docMk/>
            <pc:sldMasterMk cId="2460954070" sldId="2147483660"/>
            <ac:spMk id="2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07:04.297" v="58"/>
          <ac:spMkLst>
            <pc:docMk/>
            <pc:sldMasterMk cId="2460954070" sldId="2147483660"/>
            <ac:spMk id="3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07:04.297" v="58"/>
          <ac:spMkLst>
            <pc:docMk/>
            <pc:sldMasterMk cId="2460954070" sldId="2147483660"/>
            <ac:spMk id="4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07:04.297" v="58"/>
          <ac:spMkLst>
            <pc:docMk/>
            <pc:sldMasterMk cId="2460954070" sldId="2147483660"/>
            <ac:spMk id="5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07:04.297" v="58"/>
          <ac:spMkLst>
            <pc:docMk/>
            <pc:sldMasterMk cId="2460954070" sldId="2147483660"/>
            <ac:spMk id="6" creationId="{00000000-0000-0000-0000-000000000000}"/>
          </ac:spMkLst>
        </pc:spChg>
        <pc:sldLayoutChg chg="modSp 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2385387890" sldId="2147483661"/>
          </pc:sldLayoutMkLst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2385387890" sldId="2147483661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2385387890" sldId="2147483661"/>
              <ac:spMk id="3" creationId="{00000000-0000-0000-0000-000000000000}"/>
            </ac:spMkLst>
          </pc:spChg>
        </pc:sldLayoutChg>
        <pc:sldLayoutChg chg="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Sp 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2591524520" sldId="2147483663"/>
          </pc:sldLayoutMkLst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2591524520" sldId="2147483663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2591524520" sldId="2147483663"/>
              <ac:spMk id="3" creationId="{00000000-0000-0000-0000-000000000000}"/>
            </ac:spMkLst>
          </pc:spChg>
        </pc:sldLayoutChg>
        <pc:sldLayoutChg chg="modSp 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1203092039" sldId="2147483664"/>
          </pc:sldLayoutMkLst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1203092039" sldId="2147483664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1203092039" sldId="2147483664"/>
              <ac:spMk id="4" creationId="{00000000-0000-0000-0000-000000000000}"/>
            </ac:spMkLst>
          </pc:spChg>
        </pc:sldLayoutChg>
        <pc:sldLayoutChg chg="modSp 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3733172339" sldId="2147483665"/>
          </pc:sldLayoutMkLst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733172339" sldId="2147483665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733172339" sldId="2147483665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733172339" sldId="2147483665"/>
              <ac:spMk id="4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733172339" sldId="2147483665"/>
              <ac:spMk id="5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733172339" sldId="2147483665"/>
              <ac:spMk id="6" creationId="{00000000-0000-0000-0000-000000000000}"/>
            </ac:spMkLst>
          </pc:spChg>
        </pc:sldLayoutChg>
        <pc:sldLayoutChg chg="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Sp 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3171841454" sldId="2147483668"/>
          </pc:sldLayoutMkLst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171841454" sldId="2147483668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171841454" sldId="2147483668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171841454" sldId="2147483668"/>
              <ac:spMk id="4" creationId="{00000000-0000-0000-0000-000000000000}"/>
            </ac:spMkLst>
          </pc:spChg>
        </pc:sldLayoutChg>
        <pc:sldLayoutChg chg="modSp 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1718958274" sldId="2147483669"/>
          </pc:sldLayoutMkLst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1718958274" sldId="2147483669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1718958274" sldId="2147483669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1718958274" sldId="2147483669"/>
              <ac:spMk id="4" creationId="{00000000-0000-0000-0000-000000000000}"/>
            </ac:spMkLst>
          </pc:spChg>
        </pc:sldLayoutChg>
        <pc:sldLayoutChg chg="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Sp del mod">
          <pc:chgData name="Sakhina Runa" userId="6cdeb6b1d877a9eb" providerId="Windows Live" clId="Web-{B57F8EDC-490F-4AD8-BCCE-D4142DCCDD3D}" dt="2022-04-09T16:07:04.750" v="59"/>
          <pc:sldLayoutMkLst>
            <pc:docMk/>
            <pc:sldMasterMk cId="2460954070" sldId="2147483660"/>
            <pc:sldLayoutMk cId="3479445657" sldId="2147483671"/>
          </pc:sldLayoutMkLst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479445657" sldId="2147483671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07:04.297" v="58"/>
            <ac:spMkLst>
              <pc:docMk/>
              <pc:sldMasterMk cId="2460954070" sldId="2147483660"/>
              <pc:sldLayoutMk cId="3479445657" sldId="2147483671"/>
              <ac:spMk id="3" creationId="{00000000-0000-0000-0000-000000000000}"/>
            </ac:spMkLst>
          </pc:spChg>
        </pc:sldLayoutChg>
      </pc:sldMasterChg>
      <pc:sldMasterChg chg="modSp add del addSldLayout delSldLayout modSldLayout">
        <pc:chgData name="Sakhina Runa" userId="6cdeb6b1d877a9eb" providerId="Windows Live" clId="Web-{B57F8EDC-490F-4AD8-BCCE-D4142DCCDD3D}" dt="2022-04-09T16:10:02.034" v="71"/>
        <pc:sldMasterMkLst>
          <pc:docMk/>
          <pc:sldMasterMk cId="1491708850" sldId="2147483672"/>
        </pc:sldMasterMkLst>
        <pc:spChg chg="mod">
          <ac:chgData name="Sakhina Runa" userId="6cdeb6b1d877a9eb" providerId="Windows Live" clId="Web-{B57F8EDC-490F-4AD8-BCCE-D4142DCCDD3D}" dt="2022-04-09T16:10:01.675" v="70"/>
          <ac:spMkLst>
            <pc:docMk/>
            <pc:sldMasterMk cId="1491708850" sldId="2147483672"/>
            <ac:spMk id="2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10:01.675" v="70"/>
          <ac:spMkLst>
            <pc:docMk/>
            <pc:sldMasterMk cId="1491708850" sldId="2147483672"/>
            <ac:spMk id="3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10:01.675" v="70"/>
          <ac:spMkLst>
            <pc:docMk/>
            <pc:sldMasterMk cId="1491708850" sldId="2147483672"/>
            <ac:spMk id="4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10:01.675" v="70"/>
          <ac:spMkLst>
            <pc:docMk/>
            <pc:sldMasterMk cId="1491708850" sldId="2147483672"/>
            <ac:spMk id="5" creationId="{00000000-0000-0000-0000-000000000000}"/>
          </ac:spMkLst>
        </pc:spChg>
        <pc:spChg chg="mod">
          <ac:chgData name="Sakhina Runa" userId="6cdeb6b1d877a9eb" providerId="Windows Live" clId="Web-{B57F8EDC-490F-4AD8-BCCE-D4142DCCDD3D}" dt="2022-04-09T16:10:01.675" v="70"/>
          <ac:spMkLst>
            <pc:docMk/>
            <pc:sldMasterMk cId="1491708850" sldId="2147483672"/>
            <ac:spMk id="6" creationId="{00000000-0000-0000-0000-000000000000}"/>
          </ac:spMkLst>
        </pc:spChg>
        <pc:sldLayoutChg chg="modSp 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2681338352" sldId="2147483673"/>
          </pc:sldLayoutMkLst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2681338352" sldId="2147483673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2681338352" sldId="2147483673"/>
              <ac:spMk id="3" creationId="{00000000-0000-0000-0000-000000000000}"/>
            </ac:spMkLst>
          </pc:spChg>
        </pc:sldLayoutChg>
        <pc:sldLayoutChg chg="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1184796610" sldId="2147483674"/>
          </pc:sldLayoutMkLst>
        </pc:sldLayoutChg>
        <pc:sldLayoutChg chg="modSp 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3594693114" sldId="2147483675"/>
          </pc:sldLayoutMkLst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594693114" sldId="2147483675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594693114" sldId="2147483675"/>
              <ac:spMk id="3" creationId="{00000000-0000-0000-0000-000000000000}"/>
            </ac:spMkLst>
          </pc:spChg>
        </pc:sldLayoutChg>
        <pc:sldLayoutChg chg="modSp 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975489584" sldId="2147483676"/>
          </pc:sldLayoutMkLst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975489584" sldId="2147483676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975489584" sldId="2147483676"/>
              <ac:spMk id="4" creationId="{00000000-0000-0000-0000-000000000000}"/>
            </ac:spMkLst>
          </pc:spChg>
        </pc:sldLayoutChg>
        <pc:sldLayoutChg chg="modSp 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3108081017" sldId="2147483677"/>
          </pc:sldLayoutMkLst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108081017" sldId="2147483677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108081017" sldId="2147483677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108081017" sldId="2147483677"/>
              <ac:spMk id="4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108081017" sldId="2147483677"/>
              <ac:spMk id="5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108081017" sldId="2147483677"/>
              <ac:spMk id="6" creationId="{00000000-0000-0000-0000-000000000000}"/>
            </ac:spMkLst>
          </pc:spChg>
        </pc:sldLayoutChg>
        <pc:sldLayoutChg chg="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3442410738" sldId="2147483678"/>
          </pc:sldLayoutMkLst>
        </pc:sldLayoutChg>
        <pc:sldLayoutChg chg="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2915032272" sldId="2147483679"/>
          </pc:sldLayoutMkLst>
        </pc:sldLayoutChg>
        <pc:sldLayoutChg chg="modSp 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68612249" sldId="2147483680"/>
          </pc:sldLayoutMkLst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68612249" sldId="2147483680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68612249" sldId="2147483680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68612249" sldId="2147483680"/>
              <ac:spMk id="4" creationId="{00000000-0000-0000-0000-000000000000}"/>
            </ac:spMkLst>
          </pc:spChg>
        </pc:sldLayoutChg>
        <pc:sldLayoutChg chg="modSp 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3333071835" sldId="2147483681"/>
          </pc:sldLayoutMkLst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333071835" sldId="2147483681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333071835" sldId="2147483681"/>
              <ac:spMk id="3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3333071835" sldId="2147483681"/>
              <ac:spMk id="4" creationId="{00000000-0000-0000-0000-000000000000}"/>
            </ac:spMkLst>
          </pc:spChg>
        </pc:sldLayoutChg>
        <pc:sldLayoutChg chg="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3523645144" sldId="2147483682"/>
          </pc:sldLayoutMkLst>
        </pc:sldLayoutChg>
        <pc:sldLayoutChg chg="modSp add del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91708850" sldId="2147483672"/>
            <pc:sldLayoutMk cId="1378965722" sldId="2147483683"/>
          </pc:sldLayoutMkLst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1378965722" sldId="2147483683"/>
              <ac:spMk id="2" creationId="{00000000-0000-0000-0000-000000000000}"/>
            </ac:spMkLst>
          </pc:spChg>
          <pc:spChg chg="mod">
            <ac:chgData name="Sakhina Runa" userId="6cdeb6b1d877a9eb" providerId="Windows Live" clId="Web-{B57F8EDC-490F-4AD8-BCCE-D4142DCCDD3D}" dt="2022-04-09T16:10:01.675" v="70"/>
            <ac:spMkLst>
              <pc:docMk/>
              <pc:sldMasterMk cId="1491708850" sldId="2147483672"/>
              <pc:sldLayoutMk cId="1378965722" sldId="2147483683"/>
              <ac:spMk id="3" creationId="{00000000-0000-0000-0000-000000000000}"/>
            </ac:spMkLst>
          </pc:spChg>
        </pc:sldLayoutChg>
      </pc:sldMasterChg>
      <pc:sldMasterChg chg="add addSldLayout modSldLayout">
        <pc:chgData name="Sakhina Runa" userId="6cdeb6b1d877a9eb" providerId="Windows Live" clId="Web-{B57F8EDC-490F-4AD8-BCCE-D4142DCCDD3D}" dt="2022-04-09T16:10:02.034" v="71"/>
        <pc:sldMasterMkLst>
          <pc:docMk/>
          <pc:sldMasterMk cId="145732307" sldId="2147483684"/>
        </pc:sldMasterMkLst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2554409355" sldId="2147483685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4003838289" sldId="2147483686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3310256199" sldId="2147483687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500546765" sldId="2147483688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325497814" sldId="2147483689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553739199" sldId="2147483690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1427629621" sldId="2147483691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3558836191" sldId="2147483692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1442101000" sldId="2147483693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1211718424" sldId="2147483694"/>
          </pc:sldLayoutMkLst>
        </pc:sldLayoutChg>
        <pc:sldLayoutChg chg="add mod replId">
          <pc:chgData name="Sakhina Runa" userId="6cdeb6b1d877a9eb" providerId="Windows Live" clId="Web-{B57F8EDC-490F-4AD8-BCCE-D4142DCCDD3D}" dt="2022-04-09T16:10:02.034" v="71"/>
          <pc:sldLayoutMkLst>
            <pc:docMk/>
            <pc:sldMasterMk cId="145732307" sldId="2147483684"/>
            <pc:sldLayoutMk cId="2369521293" sldId="2147483695"/>
          </pc:sldLayoutMkLst>
        </pc:sldLayoutChg>
      </pc:sldMasterChg>
    </pc:docChg>
  </pc:docChgLst>
  <pc:docChgLst>
    <pc:chgData name="Sakhina Runa" userId="6cdeb6b1d877a9eb" providerId="Windows Live" clId="Web-{0610CB8C-F1B2-491B-B2E9-4B98078934BE}"/>
    <pc:docChg chg="addSld modSld">
      <pc:chgData name="Sakhina Runa" userId="6cdeb6b1d877a9eb" providerId="Windows Live" clId="Web-{0610CB8C-F1B2-491B-B2E9-4B98078934BE}" dt="2022-04-09T14:50:33.042" v="20" actId="1076"/>
      <pc:docMkLst>
        <pc:docMk/>
      </pc:docMkLst>
      <pc:sldChg chg="addSp delSp modSp">
        <pc:chgData name="Sakhina Runa" userId="6cdeb6b1d877a9eb" providerId="Windows Live" clId="Web-{0610CB8C-F1B2-491B-B2E9-4B98078934BE}" dt="2022-04-09T14:48:21.055" v="12" actId="1076"/>
        <pc:sldMkLst>
          <pc:docMk/>
          <pc:sldMk cId="109857222" sldId="256"/>
        </pc:sldMkLst>
        <pc:spChg chg="del">
          <ac:chgData name="Sakhina Runa" userId="6cdeb6b1d877a9eb" providerId="Windows Live" clId="Web-{0610CB8C-F1B2-491B-B2E9-4B98078934BE}" dt="2022-04-09T14:19:09.673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Sakhina Runa" userId="6cdeb6b1d877a9eb" providerId="Windows Live" clId="Web-{0610CB8C-F1B2-491B-B2E9-4B98078934BE}" dt="2022-04-09T14:19:11.079" v="1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Sakhina Runa" userId="6cdeb6b1d877a9eb" providerId="Windows Live" clId="Web-{0610CB8C-F1B2-491B-B2E9-4B98078934BE}" dt="2022-04-09T14:48:17.445" v="11" actId="14100"/>
          <ac:picMkLst>
            <pc:docMk/>
            <pc:sldMk cId="109857222" sldId="256"/>
            <ac:picMk id="4" creationId="{61B16F6A-6709-A634-27CC-6D2B10FFB7A3}"/>
          </ac:picMkLst>
        </pc:picChg>
        <pc:picChg chg="add mod">
          <ac:chgData name="Sakhina Runa" userId="6cdeb6b1d877a9eb" providerId="Windows Live" clId="Web-{0610CB8C-F1B2-491B-B2E9-4B98078934BE}" dt="2022-04-09T14:48:21.055" v="12" actId="1076"/>
          <ac:picMkLst>
            <pc:docMk/>
            <pc:sldMk cId="109857222" sldId="256"/>
            <ac:picMk id="5" creationId="{2C6982B9-5417-F79D-5859-D2BFD8B6AF45}"/>
          </ac:picMkLst>
        </pc:picChg>
      </pc:sldChg>
      <pc:sldChg chg="addSp delSp modSp new">
        <pc:chgData name="Sakhina Runa" userId="6cdeb6b1d877a9eb" providerId="Windows Live" clId="Web-{0610CB8C-F1B2-491B-B2E9-4B98078934BE}" dt="2022-04-09T14:50:33.042" v="20" actId="1076"/>
        <pc:sldMkLst>
          <pc:docMk/>
          <pc:sldMk cId="1851174607" sldId="257"/>
        </pc:sldMkLst>
        <pc:spChg chg="del">
          <ac:chgData name="Sakhina Runa" userId="6cdeb6b1d877a9eb" providerId="Windows Live" clId="Web-{0610CB8C-F1B2-491B-B2E9-4B98078934BE}" dt="2022-04-09T14:19:25.095" v="3"/>
          <ac:spMkLst>
            <pc:docMk/>
            <pc:sldMk cId="1851174607" sldId="257"/>
            <ac:spMk id="2" creationId="{B2933B25-C812-735B-7832-396A48EAD207}"/>
          </ac:spMkLst>
        </pc:spChg>
        <pc:spChg chg="del">
          <ac:chgData name="Sakhina Runa" userId="6cdeb6b1d877a9eb" providerId="Windows Live" clId="Web-{0610CB8C-F1B2-491B-B2E9-4B98078934BE}" dt="2022-04-09T14:46:14.693" v="7"/>
          <ac:spMkLst>
            <pc:docMk/>
            <pc:sldMk cId="1851174607" sldId="257"/>
            <ac:spMk id="3" creationId="{5525476E-F97A-EFFD-57DF-0C0BC52A78FA}"/>
          </ac:spMkLst>
        </pc:spChg>
        <pc:picChg chg="add mod">
          <ac:chgData name="Sakhina Runa" userId="6cdeb6b1d877a9eb" providerId="Windows Live" clId="Web-{0610CB8C-F1B2-491B-B2E9-4B98078934BE}" dt="2022-04-09T14:49:31.744" v="16" actId="1076"/>
          <ac:picMkLst>
            <pc:docMk/>
            <pc:sldMk cId="1851174607" sldId="257"/>
            <ac:picMk id="4" creationId="{584C0D6D-EF94-DF28-B014-26F4F79FE685}"/>
          </ac:picMkLst>
        </pc:picChg>
        <pc:picChg chg="add mod">
          <ac:chgData name="Sakhina Runa" userId="6cdeb6b1d877a9eb" providerId="Windows Live" clId="Web-{0610CB8C-F1B2-491B-B2E9-4B98078934BE}" dt="2022-04-09T14:50:33.042" v="20" actId="1076"/>
          <ac:picMkLst>
            <pc:docMk/>
            <pc:sldMk cId="1851174607" sldId="257"/>
            <ac:picMk id="5" creationId="{85FF9277-B7C3-6275-F522-43112817069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0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83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25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54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7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73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2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83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10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1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2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02" y="170734"/>
            <a:ext cx="8830198" cy="6204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3802" y="209371"/>
            <a:ext cx="2244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Molecular Magnetism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93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31" y="186497"/>
            <a:ext cx="8288639" cy="5918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922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rromagnetism - Questions and Answers ​in MR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10" y="144550"/>
            <a:ext cx="5630146" cy="396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ripheral Neuropathy Treatment - Magn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964" y="3544573"/>
            <a:ext cx="356235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41325" y="254985"/>
            <a:ext cx="33399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Males of average height have about 4 grams of iron in their body, females about 3.5 grams; children will usually have 3 grams or less. These 3-4 grams are distributed throughout the body in hemoglobin, tissues, muscles, bone marrow, blood proteins, enzymes, ferritin, hemosiderin, and transport in plasma.</a:t>
            </a:r>
          </a:p>
        </p:txBody>
      </p:sp>
    </p:spTree>
    <p:extLst>
      <p:ext uri="{BB962C8B-B14F-4D97-AF65-F5344CB8AC3E}">
        <p14:creationId xmlns:p14="http://schemas.microsoft.com/office/powerpoint/2010/main" val="263201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, letter&#10;&#10;Description automatically generated">
            <a:extLst>
              <a:ext uri="{FF2B5EF4-FFF2-40B4-BE49-F238E27FC236}">
                <a16:creationId xmlns="" xmlns:a16="http://schemas.microsoft.com/office/drawing/2014/main" id="{61B16F6A-6709-A634-27CC-6D2B10FF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1" y="686677"/>
            <a:ext cx="8549032" cy="5178697"/>
          </a:xfrm>
          <a:prstGeom prst="rect">
            <a:avLst/>
          </a:prstGeom>
        </p:spPr>
      </p:pic>
      <p:pic>
        <p:nvPicPr>
          <p:cNvPr id="5" name="Picture 5" descr="Diagram, text&#10;&#10;Description automatically generated">
            <a:extLst>
              <a:ext uri="{FF2B5EF4-FFF2-40B4-BE49-F238E27FC236}">
                <a16:creationId xmlns="" xmlns:a16="http://schemas.microsoft.com/office/drawing/2014/main" id="{2C6982B9-5417-F79D-5859-D2BFD8B6A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138" y="3275610"/>
            <a:ext cx="1543050" cy="88219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1FA5F60-FC5F-C7DD-5B0B-61F893FA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E65FDE6-E169-48A1-2717-B47D1C37D7AE}"/>
              </a:ext>
            </a:extLst>
          </p:cNvPr>
          <p:cNvSpPr txBox="1"/>
          <p:nvPr/>
        </p:nvSpPr>
        <p:spPr>
          <a:xfrm>
            <a:off x="2743200" y="6092456"/>
            <a:ext cx="3891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</a:t>
            </a:r>
            <a:r>
              <a:rPr lang="en-US" dirty="0">
                <a:latin typeface="Time new roman"/>
              </a:rPr>
              <a:t>. P&lt; 1 i.e. /, K and χ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604" y="30473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History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584C0D6D-EF94-DF28-B014-26F4F79FE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38" y="138881"/>
            <a:ext cx="8687537" cy="3812463"/>
          </a:xfrm>
          <a:prstGeom prst="rect">
            <a:avLst/>
          </a:prstGeom>
        </p:spPr>
      </p:pic>
      <p:pic>
        <p:nvPicPr>
          <p:cNvPr id="5" name="Picture 5" descr="Text&#10;&#10;Description automatically generated">
            <a:extLst>
              <a:ext uri="{FF2B5EF4-FFF2-40B4-BE49-F238E27FC236}">
                <a16:creationId xmlns="" xmlns:a16="http://schemas.microsoft.com/office/drawing/2014/main" id="{85FF9277-B7C3-6275-F522-43112817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18" y="4406858"/>
            <a:ext cx="8182327" cy="18719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57650C1-4AD5-1654-2FB0-1DD98E66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7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&#10;&#10;Description automatically generated">
            <a:extLst>
              <a:ext uri="{FF2B5EF4-FFF2-40B4-BE49-F238E27FC236}">
                <a16:creationId xmlns="" xmlns:a16="http://schemas.microsoft.com/office/drawing/2014/main" id="{18D3BF16-AE39-F373-CC68-2558533F6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78" y="244122"/>
            <a:ext cx="8348241" cy="647292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B10749-7ED9-44C9-A32D-725FCE1C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3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, letter&#10;&#10;Description automatically generated">
            <a:extLst>
              <a:ext uri="{FF2B5EF4-FFF2-40B4-BE49-F238E27FC236}">
                <a16:creationId xmlns="" xmlns:a16="http://schemas.microsoft.com/office/drawing/2014/main" id="{F73CED1F-1DD3-EFF7-B4B0-D7B97961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38" y="144911"/>
            <a:ext cx="8204348" cy="4280142"/>
          </a:xfrm>
          <a:prstGeom prst="rect">
            <a:avLst/>
          </a:prstGeom>
        </p:spPr>
      </p:pic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="" xmlns:a16="http://schemas.microsoft.com/office/drawing/2014/main" id="{003A3D2B-4526-0A18-4711-79AB5B97B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2" y="4690922"/>
            <a:ext cx="8198492" cy="207364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84247AF-9F1B-CE23-D67C-9076826F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6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&#10;&#10;Description automatically generated">
            <a:extLst>
              <a:ext uri="{FF2B5EF4-FFF2-40B4-BE49-F238E27FC236}">
                <a16:creationId xmlns="" xmlns:a16="http://schemas.microsoft.com/office/drawing/2014/main" id="{F325403C-9F0F-50CC-0D6D-4696ECC81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1" y="208047"/>
            <a:ext cx="8973879" cy="1848640"/>
          </a:xfrm>
          <a:prstGeom prst="rect">
            <a:avLst/>
          </a:prstGeom>
        </p:spPr>
      </p:pic>
      <p:pic>
        <p:nvPicPr>
          <p:cNvPr id="5" name="Picture 5" descr="Logo&#10;&#10;Description automatically generated">
            <a:extLst>
              <a:ext uri="{FF2B5EF4-FFF2-40B4-BE49-F238E27FC236}">
                <a16:creationId xmlns="" xmlns:a16="http://schemas.microsoft.com/office/drawing/2014/main" id="{C0060B08-3EF3-8D15-17F2-780141A6B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" y="2101769"/>
            <a:ext cx="9112102" cy="75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3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DF92574-D832-34C9-CACB-8B714FDD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21211" y="5032772"/>
            <a:ext cx="1543050" cy="205383"/>
          </a:xfrm>
        </p:spPr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6" descr="Text, letter&#10;&#10;Description automatically generated">
            <a:extLst>
              <a:ext uri="{FF2B5EF4-FFF2-40B4-BE49-F238E27FC236}">
                <a16:creationId xmlns="" xmlns:a16="http://schemas.microsoft.com/office/drawing/2014/main" id="{95F63D83-22FA-91B7-E215-123CB91F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29" y="164880"/>
            <a:ext cx="5093554" cy="5087043"/>
          </a:xfrm>
          <a:prstGeom prst="rect">
            <a:avLst/>
          </a:prstGeom>
        </p:spPr>
      </p:pic>
      <p:pic>
        <p:nvPicPr>
          <p:cNvPr id="2" name="Picture 2" descr="Graphical user interface, text&#10;&#10;Description automatically generated">
            <a:extLst>
              <a:ext uri="{FF2B5EF4-FFF2-40B4-BE49-F238E27FC236}">
                <a16:creationId xmlns="" xmlns:a16="http://schemas.microsoft.com/office/drawing/2014/main" id="{AFEDA1A5-66A0-36A2-D288-D2FCF3805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34" y="5502788"/>
            <a:ext cx="5843246" cy="10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8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07337E4-BA80-BC36-623E-64917D6A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6" descr="Text, letter&#10;&#10;Description automatically generated">
            <a:extLst>
              <a:ext uri="{FF2B5EF4-FFF2-40B4-BE49-F238E27FC236}">
                <a16:creationId xmlns="" xmlns:a16="http://schemas.microsoft.com/office/drawing/2014/main" id="{969DE116-332E-261B-9D6F-96F448341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63" y="101898"/>
            <a:ext cx="6065490" cy="666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0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&#10;&#10;Description automatically generated">
            <a:extLst>
              <a:ext uri="{FF2B5EF4-FFF2-40B4-BE49-F238E27FC236}">
                <a16:creationId xmlns="" xmlns:a16="http://schemas.microsoft.com/office/drawing/2014/main" id="{210B2746-0742-C34F-1A78-86D3518D2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80" y="66524"/>
            <a:ext cx="5268432" cy="664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5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&#10;&#10;Description automatically generated">
            <a:extLst>
              <a:ext uri="{FF2B5EF4-FFF2-40B4-BE49-F238E27FC236}">
                <a16:creationId xmlns="" xmlns:a16="http://schemas.microsoft.com/office/drawing/2014/main" id="{292926D1-0932-6B59-8A9F-B5F8F8EAE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16" y="303535"/>
            <a:ext cx="8910083" cy="597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1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C62263F0-564D-2683-85A2-6A592D19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46" y="244386"/>
            <a:ext cx="8686800" cy="4061962"/>
          </a:xfrm>
          <a:prstGeom prst="rect">
            <a:avLst/>
          </a:prstGeom>
        </p:spPr>
      </p:pic>
      <p:pic>
        <p:nvPicPr>
          <p:cNvPr id="2" name="Picture 2" descr="Text, letter&#10;&#10;Description automatically generated">
            <a:extLst>
              <a:ext uri="{FF2B5EF4-FFF2-40B4-BE49-F238E27FC236}">
                <a16:creationId xmlns="" xmlns:a16="http://schemas.microsoft.com/office/drawing/2014/main" id="{97EBFD41-10F5-41E0-0B55-DFAD6E891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02" y="4399047"/>
            <a:ext cx="8484781" cy="391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3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D4ABB59C-9691-89ED-D37B-76865A5B8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5" y="201837"/>
            <a:ext cx="8240232" cy="2009916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="" xmlns:a16="http://schemas.microsoft.com/office/drawing/2014/main" id="{675461ED-F1BD-7380-831D-AF381EC39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95" y="2128350"/>
            <a:ext cx="7482626" cy="467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7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04BA8367-E98C-C1B9-80D6-4D051018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09" y="320453"/>
            <a:ext cx="8357190" cy="50262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3778ECA-0384-02FF-BD1B-CD330F6BCD52}"/>
              </a:ext>
            </a:extLst>
          </p:cNvPr>
          <p:cNvSpPr txBox="1"/>
          <p:nvPr/>
        </p:nvSpPr>
        <p:spPr>
          <a:xfrm>
            <a:off x="1467294" y="3136605"/>
            <a:ext cx="765545" cy="3799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0 o K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="" xmlns:a16="http://schemas.microsoft.com/office/drawing/2014/main" id="{85EE15CC-E875-3A87-C0E8-BA29E22AC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53" y="5000046"/>
            <a:ext cx="6347637" cy="168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0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71897EC0-1FC3-D82A-B8FB-FE9751D5C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95" y="70286"/>
            <a:ext cx="8304027" cy="505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8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, letter&#10;&#10;Description automatically generated">
            <a:extLst>
              <a:ext uri="{FF2B5EF4-FFF2-40B4-BE49-F238E27FC236}">
                <a16:creationId xmlns="" xmlns:a16="http://schemas.microsoft.com/office/drawing/2014/main" id="{7929AF63-0EAC-31F9-A7B3-834EB381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4" y="30970"/>
            <a:ext cx="8346558" cy="676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3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 descr="Text&#10;&#10;Description automatically generated">
            <a:extLst>
              <a:ext uri="{FF2B5EF4-FFF2-40B4-BE49-F238E27FC236}">
                <a16:creationId xmlns="" xmlns:a16="http://schemas.microsoft.com/office/drawing/2014/main" id="{BF11A11B-6110-A3EE-5C1B-8B35CEC87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8" y="344799"/>
            <a:ext cx="9027041" cy="3276346"/>
          </a:xfrm>
          <a:prstGeom prst="rect">
            <a:avLst/>
          </a:prstGeom>
        </p:spPr>
      </p:pic>
      <p:pic>
        <p:nvPicPr>
          <p:cNvPr id="2" name="Picture 2" descr="Text, letter&#10;&#10;Description automatically generated">
            <a:extLst>
              <a:ext uri="{FF2B5EF4-FFF2-40B4-BE49-F238E27FC236}">
                <a16:creationId xmlns="" xmlns:a16="http://schemas.microsoft.com/office/drawing/2014/main" id="{6C692780-56E2-719D-89C5-D464ED0E9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24" y="3960402"/>
            <a:ext cx="6943060" cy="297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9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able&#10;&#10;Description automatically generated">
            <a:extLst>
              <a:ext uri="{FF2B5EF4-FFF2-40B4-BE49-F238E27FC236}">
                <a16:creationId xmlns="" xmlns:a16="http://schemas.microsoft.com/office/drawing/2014/main" id="{94E7D75F-D53C-61C9-F1C3-F90F71919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84" y="129422"/>
            <a:ext cx="5295014" cy="67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4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0789F03E-3636-9C03-DB81-5B7DF40B3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" y="396094"/>
            <a:ext cx="7240772" cy="644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7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4242"/>
            <a:ext cx="9418205" cy="4268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70631" y="5232875"/>
            <a:ext cx="70769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IDFont+F4"/>
                <a:sym typeface="Symbol"/>
              </a:rPr>
              <a:t></a:t>
            </a:r>
            <a:r>
              <a:rPr lang="en-US" baseline="-25000" dirty="0" smtClean="0">
                <a:latin typeface="CIDFont+F4"/>
                <a:sym typeface="Symbol"/>
              </a:rPr>
              <a:t>A </a:t>
            </a:r>
            <a:r>
              <a:rPr lang="en-US" dirty="0" smtClean="0">
                <a:latin typeface="CIDFont+F1"/>
              </a:rPr>
              <a:t>is </a:t>
            </a:r>
            <a:r>
              <a:rPr lang="en-US" dirty="0">
                <a:latin typeface="CIDFont+F1"/>
              </a:rPr>
              <a:t>the susceptibility per gram of </a:t>
            </a:r>
            <a:r>
              <a:rPr lang="en-US" dirty="0" smtClean="0">
                <a:latin typeface="CIDFont+F1"/>
              </a:rPr>
              <a:t>the paramagnetic </a:t>
            </a:r>
            <a:r>
              <a:rPr lang="en-US" dirty="0">
                <a:latin typeface="CIDFont+F1"/>
              </a:rPr>
              <a:t>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5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184"/>
            <a:ext cx="8948278" cy="291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01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53" y="0"/>
            <a:ext cx="8079413" cy="5016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53" y="5016501"/>
            <a:ext cx="8363438" cy="15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800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35" y="93146"/>
            <a:ext cx="28479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002" y="540821"/>
            <a:ext cx="250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28" y="1004416"/>
            <a:ext cx="239077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550" y="1556866"/>
            <a:ext cx="26193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72" y="2052166"/>
            <a:ext cx="8975428" cy="1810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74" y="3924936"/>
            <a:ext cx="7724977" cy="293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065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137" y="204713"/>
            <a:ext cx="86996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124"/>
                </a:solidFill>
                <a:latin typeface="arial"/>
              </a:rPr>
              <a:t>The Earth's magnetic field intensity is roughly between </a:t>
            </a:r>
            <a:r>
              <a:rPr lang="en-US" b="1" dirty="0">
                <a:solidFill>
                  <a:srgbClr val="202124"/>
                </a:solidFill>
                <a:latin typeface="arial"/>
              </a:rPr>
              <a:t>25,000 - 65,000 </a:t>
            </a:r>
            <a:r>
              <a:rPr lang="en-US" b="1" dirty="0" err="1">
                <a:solidFill>
                  <a:srgbClr val="202124"/>
                </a:solidFill>
                <a:latin typeface="arial"/>
              </a:rPr>
              <a:t>nT</a:t>
            </a:r>
            <a:r>
              <a:rPr lang="en-US" b="1" dirty="0">
                <a:solidFill>
                  <a:srgbClr val="202124"/>
                </a:solidFill>
                <a:latin typeface="arial"/>
              </a:rPr>
              <a:t> (.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 </a:t>
            </a:r>
            <a:r>
              <a:rPr lang="en-US" b="1" dirty="0">
                <a:solidFill>
                  <a:srgbClr val="202124"/>
                </a:solidFill>
                <a:latin typeface="arial"/>
              </a:rPr>
              <a:t>25 - .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 </a:t>
            </a:r>
            <a:r>
              <a:rPr lang="en-US" b="1" dirty="0">
                <a:solidFill>
                  <a:srgbClr val="202124"/>
                </a:solidFill>
                <a:latin typeface="arial"/>
              </a:rPr>
              <a:t>65 gauss)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. Magnetic declination is the angle between magnetic north and true north.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2122" y="1156764"/>
            <a:ext cx="83777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conversion between gauss and tesla is an easy one: 1 tesla = 10,000 gauss.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122" y="1875593"/>
            <a:ext cx="85386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124"/>
                </a:solidFill>
                <a:latin typeface="arial"/>
              </a:rPr>
              <a:t>The relation between Magnetic strength H and flux density B can be defined by B = </a:t>
            </a:r>
            <a:r>
              <a:rPr lang="el-GR" dirty="0">
                <a:solidFill>
                  <a:srgbClr val="202124"/>
                </a:solidFill>
                <a:latin typeface="arial"/>
              </a:rPr>
              <a:t>μ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H. </a:t>
            </a:r>
            <a:r>
              <a:rPr lang="el-GR" dirty="0">
                <a:solidFill>
                  <a:srgbClr val="202124"/>
                </a:solidFill>
                <a:latin typeface="arial"/>
              </a:rPr>
              <a:t>μ 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in this case is permeability, the unit of </a:t>
            </a:r>
            <a:r>
              <a:rPr lang="en-US" dirty="0" err="1">
                <a:solidFill>
                  <a:srgbClr val="202124"/>
                </a:solidFill>
                <a:latin typeface="arial"/>
              </a:rPr>
              <a:t>magetizability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. In the air, </a:t>
            </a:r>
            <a:r>
              <a:rPr lang="el-GR" dirty="0">
                <a:solidFill>
                  <a:srgbClr val="202124"/>
                </a:solidFill>
                <a:latin typeface="arial"/>
              </a:rPr>
              <a:t>μ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is usually about 1, except special case, and </a:t>
            </a:r>
            <a:r>
              <a:rPr lang="en-US" b="1" dirty="0">
                <a:solidFill>
                  <a:srgbClr val="202124"/>
                </a:solidFill>
                <a:latin typeface="arial"/>
              </a:rPr>
              <a:t>1 Gauss ≒ 1 </a:t>
            </a:r>
            <a:r>
              <a:rPr lang="en-US" b="1" dirty="0" err="1">
                <a:solidFill>
                  <a:srgbClr val="202124"/>
                </a:solidFill>
                <a:latin typeface="arial"/>
              </a:rPr>
              <a:t>Oersted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. Usually, magnetic field strength is defined by the unit of </a:t>
            </a:r>
            <a:r>
              <a:rPr lang="en-US" dirty="0" err="1">
                <a:solidFill>
                  <a:srgbClr val="202124"/>
                </a:solidFill>
                <a:latin typeface="arial"/>
              </a:rPr>
              <a:t>Oe・A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/m ( </a:t>
            </a:r>
            <a:r>
              <a:rPr lang="en-US" dirty="0" err="1">
                <a:solidFill>
                  <a:srgbClr val="202124"/>
                </a:solidFill>
                <a:latin typeface="arial"/>
              </a:rPr>
              <a:t>Oersted・Ampere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/meter ).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51137" y="3443648"/>
            <a:ext cx="86996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124"/>
                </a:solidFill>
                <a:latin typeface="arial"/>
              </a:rPr>
              <a:t>For instance, </a:t>
            </a:r>
            <a:r>
              <a:rPr lang="en-US" b="1" dirty="0">
                <a:solidFill>
                  <a:srgbClr val="202124"/>
                </a:solidFill>
                <a:latin typeface="arial"/>
              </a:rPr>
              <a:t>a 500 MHz magnet is actually 11.7 Tesla</a:t>
            </a:r>
            <a:r>
              <a:rPr lang="en-US" dirty="0">
                <a:solidFill>
                  <a:srgbClr val="202124"/>
                </a:solidFill>
                <a:latin typeface="arial"/>
              </a:rPr>
              <a:t> (unit of magnetic flux density, or magnetic field strength), and the 500 MHz is a measure of the frequency that a 1H will resonate in an 11.7 Tesla field. For a 21.1 Tesla field, the 1H will resonate at 900 </a:t>
            </a:r>
            <a:r>
              <a:rPr lang="en-US" dirty="0" err="1">
                <a:solidFill>
                  <a:srgbClr val="202124"/>
                </a:solidFill>
                <a:latin typeface="arial"/>
              </a:rPr>
              <a:t>MHz</a:t>
            </a:r>
            <a:r>
              <a:rPr lang="en-US" dirty="0" err="1" smtClean="0">
                <a:solidFill>
                  <a:srgbClr val="202124"/>
                </a:solidFill>
                <a:latin typeface="arial"/>
              </a:rPr>
              <a:t>.</a:t>
            </a:r>
            <a:r>
              <a:rPr lang="en-US" dirty="0" smtClean="0">
                <a:solidFill>
                  <a:srgbClr val="202124"/>
                </a:solidFill>
                <a:latin typeface="arial"/>
              </a:rPr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90930" y="4889610"/>
            <a:ext cx="2549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NMR  600 MHz = 14 tesla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89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eometry of the three-center (Cu-O-Cu) two-hole system with ground Cu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558" y="275398"/>
            <a:ext cx="5782614" cy="3215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igand design for long-range magnetic order in metal–organic frameworks -  Chemical Communications (RSC Publishing) DOI:10.1039/C4CC06433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82" y="3394331"/>
            <a:ext cx="6800045" cy="328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89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176</Words>
  <Application>Microsoft Office PowerPoint</Application>
  <PresentationFormat>On-screen Show (4:3)</PresentationFormat>
  <Paragraphs>17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ssss</cp:lastModifiedBy>
  <cp:revision>193</cp:revision>
  <dcterms:created xsi:type="dcterms:W3CDTF">2013-07-15T20:26:40Z</dcterms:created>
  <dcterms:modified xsi:type="dcterms:W3CDTF">2022-04-19T06:19:30Z</dcterms:modified>
</cp:coreProperties>
</file>