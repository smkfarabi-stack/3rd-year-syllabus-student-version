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13" y="431800"/>
            <a:ext cx="6784975" cy="599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296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05691"/>
            <a:ext cx="831532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95262" y="3505200"/>
            <a:ext cx="8534400" cy="2971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Axial product predominated than equatorial because of less steric hindrance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05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On-screen Show 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2006-08-16T00:00:00Z</dcterms:created>
  <dcterms:modified xsi:type="dcterms:W3CDTF">2025-07-07T06:16:30Z</dcterms:modified>
</cp:coreProperties>
</file>