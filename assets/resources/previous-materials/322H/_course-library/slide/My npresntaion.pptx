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5C429-9B01-4A71-93A7-19B08F5D0B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F2F0C-507A-4082-97A6-E88CA7FC89C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304800"/>
            <a:ext cx="8455025" cy="6240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762000"/>
            <a:ext cx="7301220" cy="54816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90600" y="838200"/>
            <a:ext cx="6996738" cy="52530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" y="838200"/>
            <a:ext cx="7301220" cy="54816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14400" y="838200"/>
            <a:ext cx="7199726" cy="54054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9600" y="914400"/>
            <a:ext cx="7301220" cy="54816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57200" y="0"/>
            <a:ext cx="8322504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381000"/>
            <a:ext cx="8119515" cy="60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85800" y="762000"/>
            <a:ext cx="7098232" cy="53292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3400" y="304800"/>
            <a:ext cx="8018022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3400" y="685800"/>
            <a:ext cx="7402714" cy="55578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762000"/>
            <a:ext cx="7199726" cy="54054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9600" y="457200"/>
            <a:ext cx="7605702" cy="57102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 Mela</dc:creator>
  <cp:lastModifiedBy>A To Z Computer</cp:lastModifiedBy>
  <cp:revision>13</cp:revision>
  <dcterms:created xsi:type="dcterms:W3CDTF">2019-09-18T02:45:00Z</dcterms:created>
  <dcterms:modified xsi:type="dcterms:W3CDTF">2022-09-04T12:01:27Z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46A68B2EF9B04179919B50794FFD144C</vt:lpwstr>
  </property>
  <property fmtid="{D5CDD505-2E9C-101B-9397-08002B2CF9AE}" pid="3" name="KSOProductBuildVer">
    <vt:lpwstr>1033-11.2.0.11306</vt:lpwstr>
  </property>
</Properties>
</file>