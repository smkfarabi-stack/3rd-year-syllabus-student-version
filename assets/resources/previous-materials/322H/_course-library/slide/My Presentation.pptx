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7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57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BB54E-65E5-4FFC-8EBB-E404FFC4131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9619D-7591-4CDC-A879-0145F01B4A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BB54E-65E5-4FFC-8EBB-E404FFC4131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9619D-7591-4CDC-A879-0145F01B4A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BB54E-65E5-4FFC-8EBB-E404FFC4131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9619D-7591-4CDC-A879-0145F01B4A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BB54E-65E5-4FFC-8EBB-E404FFC41313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9619D-7591-4CDC-A879-0145F01B4A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BB54E-65E5-4FFC-8EBB-E404FFC41313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9619D-7591-4CDC-A879-0145F01B4A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BB54E-65E5-4FFC-8EBB-E404FFC41313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9619D-7591-4CDC-A879-0145F01B4A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BB54E-65E5-4FFC-8EBB-E404FFC41313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9619D-7591-4CDC-A879-0145F01B4A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BB54E-65E5-4FFC-8EBB-E404FFC41313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9619D-7591-4CDC-A879-0145F01B4A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BB54E-65E5-4FFC-8EBB-E404FFC41313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9619D-7591-4CDC-A879-0145F01B4A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BB54E-65E5-4FFC-8EBB-E404FFC4131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9619D-7591-4CDC-A879-0145F01B4A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BB54E-65E5-4FFC-8EBB-E404FFC4131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9619D-7591-4CDC-A879-0145F01B4A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ABB54E-65E5-4FFC-8EBB-E404FFC4131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49619D-7591-4CDC-A879-0145F01B4A5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74638"/>
            <a:ext cx="6248400" cy="114300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b="1" dirty="0" smtClean="0"/>
              <a:t>NON AQUEOUS SOLVENTS </a:t>
            </a:r>
            <a:br>
              <a:rPr lang="en-US" b="1" dirty="0" smtClean="0"/>
            </a:b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1"/>
          <a:srcRect/>
          <a:stretch>
            <a:fillRect/>
          </a:stretch>
        </p:blipFill>
        <p:spPr bwMode="auto">
          <a:xfrm>
            <a:off x="1554691" y="1600200"/>
            <a:ext cx="6034618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 descr="https://image2.slideserve.com/4348771/classification-of-solvents-n.jp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762000" y="914400"/>
            <a:ext cx="6858000" cy="514350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 descr="https://image2.slideserve.com/4348771/types-of-non-aqueous-solvents-n.jp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838200" y="609600"/>
            <a:ext cx="6858000" cy="514350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 descr="https://image2.slideserve.com/4348771/slide6-n.jp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838200" y="838200"/>
            <a:ext cx="6858000" cy="514350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 descr="https://image2.slideserve.com/4348771/slide7-n.jp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990600" y="838200"/>
            <a:ext cx="6858000" cy="514350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09" name="Picture 1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143000" y="857250"/>
            <a:ext cx="6856413" cy="51435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https://image2.slideserve.com/4348771/slide9-n.jp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066800" y="762000"/>
            <a:ext cx="6858000" cy="514350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https://image2.slideserve.com/4348771/physical-properties-of-solvents-n.jp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914400" y="762000"/>
            <a:ext cx="6858000" cy="514350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https://image2.slideserve.com/4348771/slide13-n.jp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685800" y="685800"/>
            <a:ext cx="6858000" cy="514350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https://image2.slideserve.com/4348771/slide14-n.jp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838200" y="990600"/>
            <a:ext cx="6858000" cy="514350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https://image2.slideserve.com/4348771/chemical-reaction-n.jp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143000" y="685800"/>
            <a:ext cx="6858000" cy="514350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https://image2.slideserve.com/4348771/type-of-reactions-in-non-aqueous-solvents-n.jp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219200" y="609600"/>
            <a:ext cx="6858000" cy="514350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Picture 2" descr="https://image2.slideserve.com/4348771/2-salt-formation-n.jp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762000" y="762000"/>
            <a:ext cx="6858000" cy="514350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8" name="Picture 2" descr="https://image2.slideserve.com/4348771/3-acid-base-reactions-n.jp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838200" y="533400"/>
            <a:ext cx="6858000" cy="514350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Picture 2" descr="https://image2.slideserve.com/4348771/4-solvolytic-reactions-or-solvolysis-n.jp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066800" y="838200"/>
            <a:ext cx="6858000" cy="514350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Picture 2" descr="https://image2.slideserve.com/4348771/5-solvation-reaction-n.jp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914400" y="838200"/>
            <a:ext cx="6858000" cy="514350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Picture 2" descr="https://image2.slideserve.com/4348771/reactions-in-liquid-ammonia-1-acid-base-reactions-n.jp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914400" y="914400"/>
            <a:ext cx="6858000" cy="514350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Picture 2" descr="https://image2.slideserve.com/4348771/2-acid-base-neutralisation-reaction-n.jp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914400" y="838200"/>
            <a:ext cx="6858000" cy="514350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Picture 2" descr="https://image2.slideserve.com/4348771/3-precipitation-reactions-n.jp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143000" y="609600"/>
            <a:ext cx="6858000" cy="514350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Picture 2" descr="https://image2.slideserve.com/4348771/4-ammonolysis-reaction-n.jp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219200" y="990600"/>
            <a:ext cx="6858000" cy="514350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2" descr="https://image2.slideserve.com/4348771/5-solutions-in-liquid-ammonia-n.jp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838200" y="533400"/>
            <a:ext cx="6858000" cy="514350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2" descr="https://image2.slideserve.com/4348771/slide26-n.jp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838200" y="762000"/>
            <a:ext cx="6858000" cy="514350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 descr="https://image2.slideserve.com/4348771/liquid-sulphur-dioxide-n.jp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066800" y="609600"/>
            <a:ext cx="6858000" cy="514350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 descr="https://image2.slideserve.com/4348771/reactions-in-liquid-so-n.jp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838200" y="457200"/>
            <a:ext cx="6858000" cy="514350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2" descr="https://image2.slideserve.com/4348771/2-solvolytic-reactions-n.jp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914400" y="762000"/>
            <a:ext cx="6858000" cy="514350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2" descr="https://image2.slideserve.com/4348771/3-precipitation-reactions1-n.jp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990600" y="838200"/>
            <a:ext cx="6858000" cy="514350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 descr="https://image2.slideserve.com/4348771/4-redox-reactions-n.jp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304800" y="228600"/>
            <a:ext cx="8214360" cy="616077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WPS Presentation</Application>
  <PresentationFormat>On-screen Show (4:3)</PresentationFormat>
  <Paragraphs>2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4" baseType="lpstr">
      <vt:lpstr>Arial</vt:lpstr>
      <vt:lpstr>SimSun</vt:lpstr>
      <vt:lpstr>Wingdings</vt:lpstr>
      <vt:lpstr>Calibri</vt:lpstr>
      <vt:lpstr>Microsoft YaHei</vt:lpstr>
      <vt:lpstr>Arial Unicode MS</vt:lpstr>
      <vt:lpstr>Office Theme</vt:lpstr>
      <vt:lpstr>NON AQUEOUS SOLVENTS 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Pc Mela</dc:creator>
  <cp:lastModifiedBy>A To Z Computer</cp:lastModifiedBy>
  <cp:revision>29</cp:revision>
  <dcterms:created xsi:type="dcterms:W3CDTF">2020-07-14T06:49:00Z</dcterms:created>
  <dcterms:modified xsi:type="dcterms:W3CDTF">2022-09-29T09:08:30Z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62C4791B93F641D7B7CEF1ABA8ADFBA5</vt:lpwstr>
  </property>
  <property fmtid="{D5CDD505-2E9C-101B-9397-08002B2CF9AE}" pid="3" name="KSOProductBuildVer">
    <vt:lpwstr>1033-11.2.0.11341</vt:lpwstr>
  </property>
</Properties>
</file>