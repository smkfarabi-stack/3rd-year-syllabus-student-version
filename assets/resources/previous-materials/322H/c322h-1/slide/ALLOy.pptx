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70" r:id="rId6"/>
    <p:sldId id="273" r:id="rId7"/>
    <p:sldId id="274" r:id="rId8"/>
    <p:sldId id="275" r:id="rId9"/>
    <p:sldId id="276" r:id="rId10"/>
    <p:sldId id="278" r:id="rId11"/>
    <p:sldId id="279" r:id="rId12"/>
    <p:sldId id="280" r:id="rId13"/>
    <p:sldId id="269" r:id="rId14"/>
    <p:sldId id="257" r:id="rId15"/>
    <p:sldId id="271" r:id="rId16"/>
    <p:sldId id="272" r:id="rId17"/>
    <p:sldId id="277" r:id="rId18"/>
    <p:sldId id="265" r:id="rId19"/>
    <p:sldId id="258" r:id="rId20"/>
    <p:sldId id="259" r:id="rId21"/>
    <p:sldId id="260" r:id="rId22"/>
    <p:sldId id="261" r:id="rId23"/>
    <p:sldId id="262" r:id="rId24"/>
    <p:sldId id="263" r:id="rId25"/>
    <p:sldId id="264" r:id="rId2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4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706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3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186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49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4673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454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92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135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045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79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980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959B95-841B-4131-B970-8A3DFC7276C5}" type="datetimeFigureOut">
              <a:rPr lang="en-US" smtClean="0"/>
              <a:t>3/10/2023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01FC4-DAC9-4B4F-B08A-7DD5AC3BCB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493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122" name="Picture 2" descr="https://slideplayer.com/slide/6820227/23/images/1/Metallic+Bonding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24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1060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https://slideplayer.com/slide/6820227/23/images/2/What+are+Metals.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28587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728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146" name="Picture 2" descr="https://slideplayer.com/slide/6820227/23/images/3/What+are+Meta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72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2151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 descr="https://slideplayer.com/slide/6820227/23/images/4/Metallic+Bonds+The+valence+electrons+of+metal+atoms+can+drift+freely+from+one+part+of+the+metal+to+another-+this+is+sometimes.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72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320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 descr="https://slideplayer.com/slide/1669641/7/images/2/Metallic+Bonds+%28words+to+remember%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4" y="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61105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https://images.slideplayer.com/28/9384008/slides/slide_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286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2678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https://images.slideplayer.com/28/9384008/slides/slide_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457200"/>
            <a:ext cx="8162925" cy="61245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val="2935990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314" name="Picture 2" descr="https://images.slideplayer.com/28/9384008/slides/slide_7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52028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https://images.slideplayer.com/28/9384008/slides/slide_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573" y="2286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5269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 descr="https://images.slideplayer.com/28/9384008/slides/slide_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91" y="4572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5456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images.slideplayer.com/28/9384008/slides/slide_1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-13855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3416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321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 descr="https://slideplayer.com/slide/6820227/23/images/5/Physical+Properties+of+Metals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48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06756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https://images.slideplayer.com/24/6980540/slides/slide_13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290" y="3810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0782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 descr="https://slideplayer.com/slide/1669641/7/images/4/Malleable+and+ductile+%28and+durable%29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260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46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705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https://images.slideplayer.com/24/6980540/slides/slide_1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64175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mages.slideplayer.com/24/6980540/slides/slide_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04800"/>
            <a:ext cx="8162925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0584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978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7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399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0207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7581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760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0</Words>
  <Application>Microsoft Office PowerPoint</Application>
  <PresentationFormat>On-screen Show (4:3)</PresentationFormat>
  <Paragraphs>0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PC-12</dc:creator>
  <cp:lastModifiedBy>PC-12</cp:lastModifiedBy>
  <cp:revision>16</cp:revision>
  <dcterms:created xsi:type="dcterms:W3CDTF">2023-03-10T02:52:43Z</dcterms:created>
  <dcterms:modified xsi:type="dcterms:W3CDTF">2023-03-10T03:09:04Z</dcterms:modified>
</cp:coreProperties>
</file>