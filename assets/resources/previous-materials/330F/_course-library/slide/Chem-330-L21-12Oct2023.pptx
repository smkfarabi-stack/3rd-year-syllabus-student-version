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691" r:id="rId2"/>
    <p:sldId id="717" r:id="rId3"/>
    <p:sldId id="787" r:id="rId4"/>
    <p:sldId id="788" r:id="rId5"/>
    <p:sldId id="789" r:id="rId6"/>
    <p:sldId id="790" r:id="rId7"/>
    <p:sldId id="791" r:id="rId8"/>
    <p:sldId id="792" r:id="rId9"/>
    <p:sldId id="793" r:id="rId10"/>
    <p:sldId id="794" r:id="rId11"/>
    <p:sldId id="795" r:id="rId12"/>
    <p:sldId id="776" r:id="rId13"/>
    <p:sldId id="796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99"/>
    <a:srgbClr val="B94707"/>
    <a:srgbClr val="EBFFFE"/>
    <a:srgbClr val="D6FEFC"/>
    <a:srgbClr val="C80482"/>
    <a:srgbClr val="FBC781"/>
    <a:srgbClr val="FEEBD2"/>
    <a:srgbClr val="D60093"/>
    <a:srgbClr val="800080"/>
    <a:srgbClr val="00AC4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94" autoAdjust="0"/>
    <p:restoredTop sz="90929"/>
  </p:normalViewPr>
  <p:slideViewPr>
    <p:cSldViewPr>
      <p:cViewPr>
        <p:scale>
          <a:sx n="70" d="100"/>
          <a:sy n="70" d="100"/>
        </p:scale>
        <p:origin x="-528" y="-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00F6F-7269-477B-AB64-6279E381B3D7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9073471-AE65-4A16-8013-42DB22ABC09C}">
      <dgm:prSet phldrT="[Text]" custT="1"/>
      <dgm:spPr/>
      <dgm:t>
        <a:bodyPr/>
        <a:lstStyle/>
        <a:p>
          <a:r>
            <a:rPr lang="en-US" sz="2800" b="1" dirty="0" smtClean="0">
              <a:latin typeface="Comic Sans MS" pitchFamily="66" charset="0"/>
              <a:cs typeface="Times New Roman" pitchFamily="18" charset="0"/>
            </a:rPr>
            <a:t>Chemical Methods</a:t>
          </a:r>
          <a:endParaRPr lang="en-US" sz="2800" b="1" dirty="0">
            <a:latin typeface="Comic Sans MS" pitchFamily="66" charset="0"/>
            <a:cs typeface="Times New Roman" pitchFamily="18" charset="0"/>
          </a:endParaRPr>
        </a:p>
      </dgm:t>
    </dgm:pt>
    <dgm:pt modelId="{76BB54B2-30EB-47C1-A2CB-18FDA9678282}" type="parTrans" cxnId="{79AA56DB-6C91-4B05-92A6-4D1CEC73D10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631AB571-90A8-4217-BDDA-C07A896A7B6D}" type="sibTrans" cxnId="{79AA56DB-6C91-4B05-92A6-4D1CEC73D10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91AED56-EE77-4619-958A-D33BDBD31E5E}">
      <dgm:prSet phldrT="[Text]" custT="1"/>
      <dgm:spPr/>
      <dgm:t>
        <a:bodyPr/>
        <a:lstStyle/>
        <a:p>
          <a:r>
            <a:rPr lang="en-US" sz="2600" dirty="0" smtClean="0">
              <a:latin typeface="Times New Roman" pitchFamily="18" charset="0"/>
              <a:cs typeface="Times New Roman" pitchFamily="18" charset="0"/>
            </a:rPr>
            <a:t>Absolute method</a:t>
          </a:r>
          <a:endParaRPr lang="en-US" sz="2600" dirty="0">
            <a:latin typeface="Times New Roman" pitchFamily="18" charset="0"/>
            <a:cs typeface="Times New Roman" pitchFamily="18" charset="0"/>
          </a:endParaRPr>
        </a:p>
      </dgm:t>
    </dgm:pt>
    <dgm:pt modelId="{49184F1A-2F53-42D3-9D37-2B20E851334E}" type="parTrans" cxnId="{BCA28EC5-9FC4-442B-929A-0B82B69BF9EF}">
      <dgm:prSet/>
      <dgm:spPr>
        <a:ln>
          <a:solidFill>
            <a:srgbClr val="C80482"/>
          </a:solidFill>
        </a:ln>
      </dgm:spPr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8BAC78B3-CF2F-4508-B01D-00ABD0E5C232}" type="sibTrans" cxnId="{BCA28EC5-9FC4-442B-929A-0B82B69BF9E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A5782F5-3418-4F85-84EE-DD6D74CFEF57}">
      <dgm:prSet phldrT="[Text]" custT="1"/>
      <dgm:spPr/>
      <dgm:t>
        <a:bodyPr/>
        <a:lstStyle/>
        <a:p>
          <a:r>
            <a:rPr lang="en-US" sz="2600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rPr>
            <a:t>Correlative </a:t>
          </a:r>
          <a:r>
            <a:rPr lang="en-US" sz="2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</a:t>
          </a:r>
          <a:endParaRPr lang="en-US" sz="26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15EF46C-36AB-4205-8370-E8A567FA030C}" type="parTrans" cxnId="{EAB6BC78-84A2-4325-8573-0B9312203C20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B201A3E-4FC1-47DE-A6C0-D0D6231BB474}" type="sibTrans" cxnId="{EAB6BC78-84A2-4325-8573-0B9312203C20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B4305C7-8729-4DAB-82A6-9E2F2B399F66}">
      <dgm:prSet phldrT="[Text]" custT="1"/>
      <dgm:spPr/>
      <dgm:t>
        <a:bodyPr/>
        <a:lstStyle/>
        <a:p>
          <a:r>
            <a:rPr lang="en-US" sz="2600" dirty="0" smtClean="0">
              <a:latin typeface="Times New Roman" pitchFamily="18" charset="0"/>
              <a:cs typeface="Times New Roman" pitchFamily="18" charset="0"/>
            </a:rPr>
            <a:t>Mechanistic method</a:t>
          </a:r>
          <a:endParaRPr lang="en-US" sz="2600" dirty="0">
            <a:latin typeface="Times New Roman" pitchFamily="18" charset="0"/>
            <a:cs typeface="Times New Roman" pitchFamily="18" charset="0"/>
          </a:endParaRPr>
        </a:p>
      </dgm:t>
    </dgm:pt>
    <dgm:pt modelId="{F6665D4D-F8A2-488B-8FE9-951AB5570506}" type="parTrans" cxnId="{EC4D3F6A-5259-4475-BB2E-5C3A7DBE0A07}">
      <dgm:prSet/>
      <dgm:spPr>
        <a:ln>
          <a:solidFill>
            <a:srgbClr val="C80482"/>
          </a:solidFill>
        </a:ln>
      </dgm:spPr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8E2EA78-9F5D-4925-9A4D-B603A792568D}" type="sibTrans" cxnId="{EC4D3F6A-5259-4475-BB2E-5C3A7DBE0A0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2B8D1A6-3D00-4F51-BFD6-318E777228D2}" type="pres">
      <dgm:prSet presAssocID="{D6700F6F-7269-477B-AB64-6279E381B3D7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F9CD6E3-6D5B-43E8-9DE0-530A42DC179B}" type="pres">
      <dgm:prSet presAssocID="{09073471-AE65-4A16-8013-42DB22ABC09C}" presName="hierRoot1" presStyleCnt="0">
        <dgm:presLayoutVars>
          <dgm:hierBranch val="init"/>
        </dgm:presLayoutVars>
      </dgm:prSet>
      <dgm:spPr/>
    </dgm:pt>
    <dgm:pt modelId="{C3432FFC-1F62-4DAC-8FE1-6E4140B4DAD1}" type="pres">
      <dgm:prSet presAssocID="{09073471-AE65-4A16-8013-42DB22ABC09C}" presName="rootComposite1" presStyleCnt="0"/>
      <dgm:spPr/>
    </dgm:pt>
    <dgm:pt modelId="{7C4E05A0-D1BD-4A54-9BDD-874FF129E1E2}" type="pres">
      <dgm:prSet presAssocID="{09073471-AE65-4A16-8013-42DB22ABC09C}" presName="rootText1" presStyleLbl="alignAcc1" presStyleIdx="0" presStyleCnt="0" custScaleX="1539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67C967-F228-46EB-89D9-643CD2BF12B9}" type="pres">
      <dgm:prSet presAssocID="{09073471-AE65-4A16-8013-42DB22ABC09C}" presName="topArc1" presStyleLbl="parChTrans1D1" presStyleIdx="0" presStyleCnt="8"/>
      <dgm:spPr>
        <a:ln>
          <a:solidFill>
            <a:srgbClr val="C80482"/>
          </a:solidFill>
        </a:ln>
      </dgm:spPr>
    </dgm:pt>
    <dgm:pt modelId="{09ADC717-3FCE-4BD5-A203-5CF99A82987F}" type="pres">
      <dgm:prSet presAssocID="{09073471-AE65-4A16-8013-42DB22ABC09C}" presName="bottomArc1" presStyleLbl="parChTrans1D1" presStyleIdx="1" presStyleCnt="8"/>
      <dgm:spPr>
        <a:ln>
          <a:solidFill>
            <a:srgbClr val="C80482"/>
          </a:solidFill>
        </a:ln>
      </dgm:spPr>
    </dgm:pt>
    <dgm:pt modelId="{BFC362A2-9EC3-42A0-83A6-1B311D3C7016}" type="pres">
      <dgm:prSet presAssocID="{09073471-AE65-4A16-8013-42DB22ABC09C}" presName="topConnNode1" presStyleLbl="node1" presStyleIdx="0" presStyleCnt="0"/>
      <dgm:spPr/>
      <dgm:t>
        <a:bodyPr/>
        <a:lstStyle/>
        <a:p>
          <a:endParaRPr lang="en-US"/>
        </a:p>
      </dgm:t>
    </dgm:pt>
    <dgm:pt modelId="{3696294B-ACB4-44B0-8840-06085C9860ED}" type="pres">
      <dgm:prSet presAssocID="{09073471-AE65-4A16-8013-42DB22ABC09C}" presName="hierChild2" presStyleCnt="0"/>
      <dgm:spPr/>
    </dgm:pt>
    <dgm:pt modelId="{BE6D6929-BA07-4F1D-A047-00ACD834E33B}" type="pres">
      <dgm:prSet presAssocID="{49184F1A-2F53-42D3-9D37-2B20E851334E}" presName="Name28" presStyleLbl="parChTrans1D2" presStyleIdx="0" presStyleCnt="3"/>
      <dgm:spPr/>
      <dgm:t>
        <a:bodyPr/>
        <a:lstStyle/>
        <a:p>
          <a:endParaRPr lang="en-US"/>
        </a:p>
      </dgm:t>
    </dgm:pt>
    <dgm:pt modelId="{E66E5A3C-16E7-4A52-B2E1-3913E53CB61A}" type="pres">
      <dgm:prSet presAssocID="{D91AED56-EE77-4619-958A-D33BDBD31E5E}" presName="hierRoot2" presStyleCnt="0">
        <dgm:presLayoutVars>
          <dgm:hierBranch val="init"/>
        </dgm:presLayoutVars>
      </dgm:prSet>
      <dgm:spPr/>
    </dgm:pt>
    <dgm:pt modelId="{457FEC1D-8954-441F-B5C9-6D6956A0540B}" type="pres">
      <dgm:prSet presAssocID="{D91AED56-EE77-4619-958A-D33BDBD31E5E}" presName="rootComposite2" presStyleCnt="0"/>
      <dgm:spPr/>
    </dgm:pt>
    <dgm:pt modelId="{16D0EAD5-0155-4955-98D5-22620D7B680C}" type="pres">
      <dgm:prSet presAssocID="{D91AED56-EE77-4619-958A-D33BDBD31E5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0761B3-999D-458D-9FFF-4DEA60E13DFC}" type="pres">
      <dgm:prSet presAssocID="{D91AED56-EE77-4619-958A-D33BDBD31E5E}" presName="topArc2" presStyleLbl="parChTrans1D1" presStyleIdx="2" presStyleCnt="8"/>
      <dgm:spPr>
        <a:ln>
          <a:solidFill>
            <a:srgbClr val="C80482"/>
          </a:solidFill>
        </a:ln>
      </dgm:spPr>
    </dgm:pt>
    <dgm:pt modelId="{EF23387C-E573-4E64-9380-C34516FCC0F6}" type="pres">
      <dgm:prSet presAssocID="{D91AED56-EE77-4619-958A-D33BDBD31E5E}" presName="bottomArc2" presStyleLbl="parChTrans1D1" presStyleIdx="3" presStyleCnt="8"/>
      <dgm:spPr>
        <a:ln>
          <a:solidFill>
            <a:srgbClr val="C80482"/>
          </a:solidFill>
        </a:ln>
      </dgm:spPr>
    </dgm:pt>
    <dgm:pt modelId="{1CE8DA25-548C-4866-9CEE-8B58F6EC3D54}" type="pres">
      <dgm:prSet presAssocID="{D91AED56-EE77-4619-958A-D33BDBD31E5E}" presName="topConnNode2" presStyleLbl="node2" presStyleIdx="0" presStyleCnt="0"/>
      <dgm:spPr/>
      <dgm:t>
        <a:bodyPr/>
        <a:lstStyle/>
        <a:p>
          <a:endParaRPr lang="en-US"/>
        </a:p>
      </dgm:t>
    </dgm:pt>
    <dgm:pt modelId="{B4FE63A9-9E95-498B-9436-BFDE7C392296}" type="pres">
      <dgm:prSet presAssocID="{D91AED56-EE77-4619-958A-D33BDBD31E5E}" presName="hierChild4" presStyleCnt="0"/>
      <dgm:spPr/>
    </dgm:pt>
    <dgm:pt modelId="{33B36D85-6952-45E8-9B7D-08084726D438}" type="pres">
      <dgm:prSet presAssocID="{D91AED56-EE77-4619-958A-D33BDBD31E5E}" presName="hierChild5" presStyleCnt="0"/>
      <dgm:spPr/>
    </dgm:pt>
    <dgm:pt modelId="{567C68A3-1584-469B-AC8F-5025F2BDE425}" type="pres">
      <dgm:prSet presAssocID="{215EF46C-36AB-4205-8370-E8A567FA030C}" presName="Name28" presStyleLbl="parChTrans1D2" presStyleIdx="1" presStyleCnt="3"/>
      <dgm:spPr/>
      <dgm:t>
        <a:bodyPr/>
        <a:lstStyle/>
        <a:p>
          <a:endParaRPr lang="en-US"/>
        </a:p>
      </dgm:t>
    </dgm:pt>
    <dgm:pt modelId="{235C7914-71B6-4EA1-90C8-98F1B6B02F48}" type="pres">
      <dgm:prSet presAssocID="{DA5782F5-3418-4F85-84EE-DD6D74CFEF57}" presName="hierRoot2" presStyleCnt="0">
        <dgm:presLayoutVars>
          <dgm:hierBranch val="init"/>
        </dgm:presLayoutVars>
      </dgm:prSet>
      <dgm:spPr/>
    </dgm:pt>
    <dgm:pt modelId="{0B66B8DF-B444-492C-B462-4C1E43C8D02C}" type="pres">
      <dgm:prSet presAssocID="{DA5782F5-3418-4F85-84EE-DD6D74CFEF57}" presName="rootComposite2" presStyleCnt="0"/>
      <dgm:spPr/>
    </dgm:pt>
    <dgm:pt modelId="{733C0F2A-3816-4BAC-8B4D-E23F3E29E26C}" type="pres">
      <dgm:prSet presAssocID="{DA5782F5-3418-4F85-84EE-DD6D74CFEF5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453EAA0-FBA8-4465-A92E-D4379F66E2E0}" type="pres">
      <dgm:prSet presAssocID="{DA5782F5-3418-4F85-84EE-DD6D74CFEF57}" presName="topArc2" presStyleLbl="parChTrans1D1" presStyleIdx="4" presStyleCnt="8"/>
      <dgm:spPr>
        <a:ln>
          <a:solidFill>
            <a:srgbClr val="C80482"/>
          </a:solidFill>
        </a:ln>
      </dgm:spPr>
    </dgm:pt>
    <dgm:pt modelId="{201D19CA-635C-4A98-A10E-6DA24AFB7CBA}" type="pres">
      <dgm:prSet presAssocID="{DA5782F5-3418-4F85-84EE-DD6D74CFEF57}" presName="bottomArc2" presStyleLbl="parChTrans1D1" presStyleIdx="5" presStyleCnt="8"/>
      <dgm:spPr>
        <a:ln>
          <a:solidFill>
            <a:srgbClr val="C80482"/>
          </a:solidFill>
        </a:ln>
      </dgm:spPr>
    </dgm:pt>
    <dgm:pt modelId="{139D107E-6D2E-4306-A2C6-39C992A25DE3}" type="pres">
      <dgm:prSet presAssocID="{DA5782F5-3418-4F85-84EE-DD6D74CFEF57}" presName="topConnNode2" presStyleLbl="node2" presStyleIdx="0" presStyleCnt="0"/>
      <dgm:spPr/>
      <dgm:t>
        <a:bodyPr/>
        <a:lstStyle/>
        <a:p>
          <a:endParaRPr lang="en-US"/>
        </a:p>
      </dgm:t>
    </dgm:pt>
    <dgm:pt modelId="{1C055D2C-7AD1-4005-8B8F-825F8356689D}" type="pres">
      <dgm:prSet presAssocID="{DA5782F5-3418-4F85-84EE-DD6D74CFEF57}" presName="hierChild4" presStyleCnt="0"/>
      <dgm:spPr/>
    </dgm:pt>
    <dgm:pt modelId="{2EAE7B27-8F6B-4784-ABDD-600391F0F9C9}" type="pres">
      <dgm:prSet presAssocID="{DA5782F5-3418-4F85-84EE-DD6D74CFEF57}" presName="hierChild5" presStyleCnt="0"/>
      <dgm:spPr/>
    </dgm:pt>
    <dgm:pt modelId="{823F6323-0FC0-4972-933A-638971F09389}" type="pres">
      <dgm:prSet presAssocID="{F6665D4D-F8A2-488B-8FE9-951AB5570506}" presName="Name28" presStyleLbl="parChTrans1D2" presStyleIdx="2" presStyleCnt="3"/>
      <dgm:spPr/>
      <dgm:t>
        <a:bodyPr/>
        <a:lstStyle/>
        <a:p>
          <a:endParaRPr lang="en-US"/>
        </a:p>
      </dgm:t>
    </dgm:pt>
    <dgm:pt modelId="{DFC087F9-709C-472C-83BF-548773936213}" type="pres">
      <dgm:prSet presAssocID="{9B4305C7-8729-4DAB-82A6-9E2F2B399F66}" presName="hierRoot2" presStyleCnt="0">
        <dgm:presLayoutVars>
          <dgm:hierBranch val="init"/>
        </dgm:presLayoutVars>
      </dgm:prSet>
      <dgm:spPr/>
    </dgm:pt>
    <dgm:pt modelId="{FAA1C227-3447-4F2C-8609-29257030E897}" type="pres">
      <dgm:prSet presAssocID="{9B4305C7-8729-4DAB-82A6-9E2F2B399F66}" presName="rootComposite2" presStyleCnt="0"/>
      <dgm:spPr/>
    </dgm:pt>
    <dgm:pt modelId="{A7731729-B9CC-4979-814A-FBFEA3CCAB5C}" type="pres">
      <dgm:prSet presAssocID="{9B4305C7-8729-4DAB-82A6-9E2F2B399F66}" presName="rootText2" presStyleLbl="alignAcc1" presStyleIdx="0" presStyleCnt="0" custLinFactNeighborX="42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AEC485-51E0-48C3-8707-627775569E01}" type="pres">
      <dgm:prSet presAssocID="{9B4305C7-8729-4DAB-82A6-9E2F2B399F66}" presName="topArc2" presStyleLbl="parChTrans1D1" presStyleIdx="6" presStyleCnt="8"/>
      <dgm:spPr>
        <a:ln>
          <a:solidFill>
            <a:srgbClr val="C80482"/>
          </a:solidFill>
        </a:ln>
      </dgm:spPr>
    </dgm:pt>
    <dgm:pt modelId="{71F8EDC1-3972-4220-AB3A-DDAF649830F3}" type="pres">
      <dgm:prSet presAssocID="{9B4305C7-8729-4DAB-82A6-9E2F2B399F66}" presName="bottomArc2" presStyleLbl="parChTrans1D1" presStyleIdx="7" presStyleCnt="8"/>
      <dgm:spPr>
        <a:ln>
          <a:solidFill>
            <a:srgbClr val="C80482"/>
          </a:solidFill>
        </a:ln>
      </dgm:spPr>
    </dgm:pt>
    <dgm:pt modelId="{4245E3E6-79C9-45A7-BEB1-54E84DD9095D}" type="pres">
      <dgm:prSet presAssocID="{9B4305C7-8729-4DAB-82A6-9E2F2B399F66}" presName="topConnNode2" presStyleLbl="node2" presStyleIdx="0" presStyleCnt="0"/>
      <dgm:spPr/>
      <dgm:t>
        <a:bodyPr/>
        <a:lstStyle/>
        <a:p>
          <a:endParaRPr lang="en-US"/>
        </a:p>
      </dgm:t>
    </dgm:pt>
    <dgm:pt modelId="{869DC5E8-D064-4BCC-9DAB-916EC5C2E038}" type="pres">
      <dgm:prSet presAssocID="{9B4305C7-8729-4DAB-82A6-9E2F2B399F66}" presName="hierChild4" presStyleCnt="0"/>
      <dgm:spPr/>
    </dgm:pt>
    <dgm:pt modelId="{2C109803-800D-4080-9F93-D1CA10FEFBE3}" type="pres">
      <dgm:prSet presAssocID="{9B4305C7-8729-4DAB-82A6-9E2F2B399F66}" presName="hierChild5" presStyleCnt="0"/>
      <dgm:spPr/>
    </dgm:pt>
    <dgm:pt modelId="{764323B4-D3B0-4161-BC68-A7D1437DAC11}" type="pres">
      <dgm:prSet presAssocID="{09073471-AE65-4A16-8013-42DB22ABC09C}" presName="hierChild3" presStyleCnt="0"/>
      <dgm:spPr/>
    </dgm:pt>
  </dgm:ptLst>
  <dgm:cxnLst>
    <dgm:cxn modelId="{70A813C1-90AD-4C69-B3F8-EC76ABC7B09F}" type="presOf" srcId="{09073471-AE65-4A16-8013-42DB22ABC09C}" destId="{7C4E05A0-D1BD-4A54-9BDD-874FF129E1E2}" srcOrd="0" destOrd="0" presId="urn:microsoft.com/office/officeart/2008/layout/HalfCircleOrganizationChart"/>
    <dgm:cxn modelId="{79AA56DB-6C91-4B05-92A6-4D1CEC73D108}" srcId="{D6700F6F-7269-477B-AB64-6279E381B3D7}" destId="{09073471-AE65-4A16-8013-42DB22ABC09C}" srcOrd="0" destOrd="0" parTransId="{76BB54B2-30EB-47C1-A2CB-18FDA9678282}" sibTransId="{631AB571-90A8-4217-BDDA-C07A896A7B6D}"/>
    <dgm:cxn modelId="{EC4D3F6A-5259-4475-BB2E-5C3A7DBE0A07}" srcId="{09073471-AE65-4A16-8013-42DB22ABC09C}" destId="{9B4305C7-8729-4DAB-82A6-9E2F2B399F66}" srcOrd="2" destOrd="0" parTransId="{F6665D4D-F8A2-488B-8FE9-951AB5570506}" sibTransId="{48E2EA78-9F5D-4925-9A4D-B603A792568D}"/>
    <dgm:cxn modelId="{D55905A5-B73D-4332-BC07-F8F9AA417462}" type="presOf" srcId="{9B4305C7-8729-4DAB-82A6-9E2F2B399F66}" destId="{A7731729-B9CC-4979-814A-FBFEA3CCAB5C}" srcOrd="0" destOrd="0" presId="urn:microsoft.com/office/officeart/2008/layout/HalfCircleOrganizationChart"/>
    <dgm:cxn modelId="{BCA28EC5-9FC4-442B-929A-0B82B69BF9EF}" srcId="{09073471-AE65-4A16-8013-42DB22ABC09C}" destId="{D91AED56-EE77-4619-958A-D33BDBD31E5E}" srcOrd="0" destOrd="0" parTransId="{49184F1A-2F53-42D3-9D37-2B20E851334E}" sibTransId="{8BAC78B3-CF2F-4508-B01D-00ABD0E5C232}"/>
    <dgm:cxn modelId="{212F5937-D9EF-48B7-8689-B4D0F21F3083}" type="presOf" srcId="{DA5782F5-3418-4F85-84EE-DD6D74CFEF57}" destId="{139D107E-6D2E-4306-A2C6-39C992A25DE3}" srcOrd="1" destOrd="0" presId="urn:microsoft.com/office/officeart/2008/layout/HalfCircleOrganizationChart"/>
    <dgm:cxn modelId="{EAB6BC78-84A2-4325-8573-0B9312203C20}" srcId="{09073471-AE65-4A16-8013-42DB22ABC09C}" destId="{DA5782F5-3418-4F85-84EE-DD6D74CFEF57}" srcOrd="1" destOrd="0" parTransId="{215EF46C-36AB-4205-8370-E8A567FA030C}" sibTransId="{7B201A3E-4FC1-47DE-A6C0-D0D6231BB474}"/>
    <dgm:cxn modelId="{0CDD0677-1C9F-48D4-A470-96A8C902F58A}" type="presOf" srcId="{D91AED56-EE77-4619-958A-D33BDBD31E5E}" destId="{16D0EAD5-0155-4955-98D5-22620D7B680C}" srcOrd="0" destOrd="0" presId="urn:microsoft.com/office/officeart/2008/layout/HalfCircleOrganizationChart"/>
    <dgm:cxn modelId="{6680201E-5F81-4DF8-9105-7533247D7D2A}" type="presOf" srcId="{215EF46C-36AB-4205-8370-E8A567FA030C}" destId="{567C68A3-1584-469B-AC8F-5025F2BDE425}" srcOrd="0" destOrd="0" presId="urn:microsoft.com/office/officeart/2008/layout/HalfCircleOrganizationChart"/>
    <dgm:cxn modelId="{1641B6FB-2C07-495A-AF27-252950EFFD36}" type="presOf" srcId="{F6665D4D-F8A2-488B-8FE9-951AB5570506}" destId="{823F6323-0FC0-4972-933A-638971F09389}" srcOrd="0" destOrd="0" presId="urn:microsoft.com/office/officeart/2008/layout/HalfCircleOrganizationChart"/>
    <dgm:cxn modelId="{BA1BBC26-C8E5-432A-810F-F96C56E270CA}" type="presOf" srcId="{D91AED56-EE77-4619-958A-D33BDBD31E5E}" destId="{1CE8DA25-548C-4866-9CEE-8B58F6EC3D54}" srcOrd="1" destOrd="0" presId="urn:microsoft.com/office/officeart/2008/layout/HalfCircleOrganizationChart"/>
    <dgm:cxn modelId="{55A565CC-563B-43F4-BC05-21BA22945BCD}" type="presOf" srcId="{09073471-AE65-4A16-8013-42DB22ABC09C}" destId="{BFC362A2-9EC3-42A0-83A6-1B311D3C7016}" srcOrd="1" destOrd="0" presId="urn:microsoft.com/office/officeart/2008/layout/HalfCircleOrganizationChart"/>
    <dgm:cxn modelId="{AD17D32B-5F67-4850-AD6E-B5C652527F7E}" type="presOf" srcId="{9B4305C7-8729-4DAB-82A6-9E2F2B399F66}" destId="{4245E3E6-79C9-45A7-BEB1-54E84DD9095D}" srcOrd="1" destOrd="0" presId="urn:microsoft.com/office/officeart/2008/layout/HalfCircleOrganizationChart"/>
    <dgm:cxn modelId="{FA5142EB-57AF-4B1F-B297-033D2CEC6555}" type="presOf" srcId="{D6700F6F-7269-477B-AB64-6279E381B3D7}" destId="{E2B8D1A6-3D00-4F51-BFD6-318E777228D2}" srcOrd="0" destOrd="0" presId="urn:microsoft.com/office/officeart/2008/layout/HalfCircleOrganizationChart"/>
    <dgm:cxn modelId="{AE52F85E-B3F0-4786-943B-B650D1C06324}" type="presOf" srcId="{DA5782F5-3418-4F85-84EE-DD6D74CFEF57}" destId="{733C0F2A-3816-4BAC-8B4D-E23F3E29E26C}" srcOrd="0" destOrd="0" presId="urn:microsoft.com/office/officeart/2008/layout/HalfCircleOrganizationChart"/>
    <dgm:cxn modelId="{FAB8C426-A339-468E-9F26-E08339FE68FD}" type="presOf" srcId="{49184F1A-2F53-42D3-9D37-2B20E851334E}" destId="{BE6D6929-BA07-4F1D-A047-00ACD834E33B}" srcOrd="0" destOrd="0" presId="urn:microsoft.com/office/officeart/2008/layout/HalfCircleOrganizationChart"/>
    <dgm:cxn modelId="{A2458CD8-0C3E-49BE-9F41-07BA1DAF8E1A}" type="presParOf" srcId="{E2B8D1A6-3D00-4F51-BFD6-318E777228D2}" destId="{1F9CD6E3-6D5B-43E8-9DE0-530A42DC179B}" srcOrd="0" destOrd="0" presId="urn:microsoft.com/office/officeart/2008/layout/HalfCircleOrganizationChart"/>
    <dgm:cxn modelId="{AB6C96A8-8CFC-4934-BA64-AF8161A14982}" type="presParOf" srcId="{1F9CD6E3-6D5B-43E8-9DE0-530A42DC179B}" destId="{C3432FFC-1F62-4DAC-8FE1-6E4140B4DAD1}" srcOrd="0" destOrd="0" presId="urn:microsoft.com/office/officeart/2008/layout/HalfCircleOrganizationChart"/>
    <dgm:cxn modelId="{C1D477FB-FF5E-4586-9AF6-771360B23BC2}" type="presParOf" srcId="{C3432FFC-1F62-4DAC-8FE1-6E4140B4DAD1}" destId="{7C4E05A0-D1BD-4A54-9BDD-874FF129E1E2}" srcOrd="0" destOrd="0" presId="urn:microsoft.com/office/officeart/2008/layout/HalfCircleOrganizationChart"/>
    <dgm:cxn modelId="{D72BEC8F-B8C6-4791-AB69-352021DDF733}" type="presParOf" srcId="{C3432FFC-1F62-4DAC-8FE1-6E4140B4DAD1}" destId="{1967C967-F228-46EB-89D9-643CD2BF12B9}" srcOrd="1" destOrd="0" presId="urn:microsoft.com/office/officeart/2008/layout/HalfCircleOrganizationChart"/>
    <dgm:cxn modelId="{09018DB1-2E88-47CF-A8D9-96C107D07DA5}" type="presParOf" srcId="{C3432FFC-1F62-4DAC-8FE1-6E4140B4DAD1}" destId="{09ADC717-3FCE-4BD5-A203-5CF99A82987F}" srcOrd="2" destOrd="0" presId="urn:microsoft.com/office/officeart/2008/layout/HalfCircleOrganizationChart"/>
    <dgm:cxn modelId="{EB0E864A-2DB6-4070-9442-9A93B5BFFDD1}" type="presParOf" srcId="{C3432FFC-1F62-4DAC-8FE1-6E4140B4DAD1}" destId="{BFC362A2-9EC3-42A0-83A6-1B311D3C7016}" srcOrd="3" destOrd="0" presId="urn:microsoft.com/office/officeart/2008/layout/HalfCircleOrganizationChart"/>
    <dgm:cxn modelId="{EC8EC737-4E07-488F-8DC6-AE14523ED316}" type="presParOf" srcId="{1F9CD6E3-6D5B-43E8-9DE0-530A42DC179B}" destId="{3696294B-ACB4-44B0-8840-06085C9860ED}" srcOrd="1" destOrd="0" presId="urn:microsoft.com/office/officeart/2008/layout/HalfCircleOrganizationChart"/>
    <dgm:cxn modelId="{CF3FE5E7-CF5A-43F2-90E6-148B5BF38941}" type="presParOf" srcId="{3696294B-ACB4-44B0-8840-06085C9860ED}" destId="{BE6D6929-BA07-4F1D-A047-00ACD834E33B}" srcOrd="0" destOrd="0" presId="urn:microsoft.com/office/officeart/2008/layout/HalfCircleOrganizationChart"/>
    <dgm:cxn modelId="{ECE84DA9-AA73-409E-9312-207DF27ABDDD}" type="presParOf" srcId="{3696294B-ACB4-44B0-8840-06085C9860ED}" destId="{E66E5A3C-16E7-4A52-B2E1-3913E53CB61A}" srcOrd="1" destOrd="0" presId="urn:microsoft.com/office/officeart/2008/layout/HalfCircleOrganizationChart"/>
    <dgm:cxn modelId="{DE1BEF42-CE55-4488-A763-62052301DBF1}" type="presParOf" srcId="{E66E5A3C-16E7-4A52-B2E1-3913E53CB61A}" destId="{457FEC1D-8954-441F-B5C9-6D6956A0540B}" srcOrd="0" destOrd="0" presId="urn:microsoft.com/office/officeart/2008/layout/HalfCircleOrganizationChart"/>
    <dgm:cxn modelId="{BF47114E-F2B8-4ABD-AEB0-B7BF59A2E7C7}" type="presParOf" srcId="{457FEC1D-8954-441F-B5C9-6D6956A0540B}" destId="{16D0EAD5-0155-4955-98D5-22620D7B680C}" srcOrd="0" destOrd="0" presId="urn:microsoft.com/office/officeart/2008/layout/HalfCircleOrganizationChart"/>
    <dgm:cxn modelId="{AA8B55E6-0810-4952-AB4A-ECAAABB9CABA}" type="presParOf" srcId="{457FEC1D-8954-441F-B5C9-6D6956A0540B}" destId="{D20761B3-999D-458D-9FFF-4DEA60E13DFC}" srcOrd="1" destOrd="0" presId="urn:microsoft.com/office/officeart/2008/layout/HalfCircleOrganizationChart"/>
    <dgm:cxn modelId="{E4B7193E-3E53-4E16-A3EE-53041790CF60}" type="presParOf" srcId="{457FEC1D-8954-441F-B5C9-6D6956A0540B}" destId="{EF23387C-E573-4E64-9380-C34516FCC0F6}" srcOrd="2" destOrd="0" presId="urn:microsoft.com/office/officeart/2008/layout/HalfCircleOrganizationChart"/>
    <dgm:cxn modelId="{C3575489-4B06-4AD0-9BCD-CFF97E2FC572}" type="presParOf" srcId="{457FEC1D-8954-441F-B5C9-6D6956A0540B}" destId="{1CE8DA25-548C-4866-9CEE-8B58F6EC3D54}" srcOrd="3" destOrd="0" presId="urn:microsoft.com/office/officeart/2008/layout/HalfCircleOrganizationChart"/>
    <dgm:cxn modelId="{DADA1104-6B2B-44B2-9CF3-199D2B9EC92A}" type="presParOf" srcId="{E66E5A3C-16E7-4A52-B2E1-3913E53CB61A}" destId="{B4FE63A9-9E95-498B-9436-BFDE7C392296}" srcOrd="1" destOrd="0" presId="urn:microsoft.com/office/officeart/2008/layout/HalfCircleOrganizationChart"/>
    <dgm:cxn modelId="{3865CFBF-22D3-43A7-8F01-A8AEA5037C99}" type="presParOf" srcId="{E66E5A3C-16E7-4A52-B2E1-3913E53CB61A}" destId="{33B36D85-6952-45E8-9B7D-08084726D438}" srcOrd="2" destOrd="0" presId="urn:microsoft.com/office/officeart/2008/layout/HalfCircleOrganizationChart"/>
    <dgm:cxn modelId="{ACB027A5-EE02-4D76-8BBC-DA333457E19F}" type="presParOf" srcId="{3696294B-ACB4-44B0-8840-06085C9860ED}" destId="{567C68A3-1584-469B-AC8F-5025F2BDE425}" srcOrd="2" destOrd="0" presId="urn:microsoft.com/office/officeart/2008/layout/HalfCircleOrganizationChart"/>
    <dgm:cxn modelId="{C3880AF2-9139-4F3B-B141-889E7C446B1F}" type="presParOf" srcId="{3696294B-ACB4-44B0-8840-06085C9860ED}" destId="{235C7914-71B6-4EA1-90C8-98F1B6B02F48}" srcOrd="3" destOrd="0" presId="urn:microsoft.com/office/officeart/2008/layout/HalfCircleOrganizationChart"/>
    <dgm:cxn modelId="{A7391FEB-8A9A-4687-BB1E-03E4D3F1011B}" type="presParOf" srcId="{235C7914-71B6-4EA1-90C8-98F1B6B02F48}" destId="{0B66B8DF-B444-492C-B462-4C1E43C8D02C}" srcOrd="0" destOrd="0" presId="urn:microsoft.com/office/officeart/2008/layout/HalfCircleOrganizationChart"/>
    <dgm:cxn modelId="{F2107F7D-7C56-410F-9B64-12031B63C87A}" type="presParOf" srcId="{0B66B8DF-B444-492C-B462-4C1E43C8D02C}" destId="{733C0F2A-3816-4BAC-8B4D-E23F3E29E26C}" srcOrd="0" destOrd="0" presId="urn:microsoft.com/office/officeart/2008/layout/HalfCircleOrganizationChart"/>
    <dgm:cxn modelId="{9023234F-4CDB-4067-A389-DE984E6E141B}" type="presParOf" srcId="{0B66B8DF-B444-492C-B462-4C1E43C8D02C}" destId="{F453EAA0-FBA8-4465-A92E-D4379F66E2E0}" srcOrd="1" destOrd="0" presId="urn:microsoft.com/office/officeart/2008/layout/HalfCircleOrganizationChart"/>
    <dgm:cxn modelId="{8EC40639-7850-4350-8BC1-A3BCA76BCC38}" type="presParOf" srcId="{0B66B8DF-B444-492C-B462-4C1E43C8D02C}" destId="{201D19CA-635C-4A98-A10E-6DA24AFB7CBA}" srcOrd="2" destOrd="0" presId="urn:microsoft.com/office/officeart/2008/layout/HalfCircleOrganizationChart"/>
    <dgm:cxn modelId="{8D30261A-E466-40F8-8524-4C987B58CD3A}" type="presParOf" srcId="{0B66B8DF-B444-492C-B462-4C1E43C8D02C}" destId="{139D107E-6D2E-4306-A2C6-39C992A25DE3}" srcOrd="3" destOrd="0" presId="urn:microsoft.com/office/officeart/2008/layout/HalfCircleOrganizationChart"/>
    <dgm:cxn modelId="{61A778D7-1B9C-4537-956E-B67A31DB294D}" type="presParOf" srcId="{235C7914-71B6-4EA1-90C8-98F1B6B02F48}" destId="{1C055D2C-7AD1-4005-8B8F-825F8356689D}" srcOrd="1" destOrd="0" presId="urn:microsoft.com/office/officeart/2008/layout/HalfCircleOrganizationChart"/>
    <dgm:cxn modelId="{40D3EC48-DE04-4887-A071-E87F48637FEE}" type="presParOf" srcId="{235C7914-71B6-4EA1-90C8-98F1B6B02F48}" destId="{2EAE7B27-8F6B-4784-ABDD-600391F0F9C9}" srcOrd="2" destOrd="0" presId="urn:microsoft.com/office/officeart/2008/layout/HalfCircleOrganizationChart"/>
    <dgm:cxn modelId="{5B7A3D97-0FA6-4DEF-9764-AC8AEF513B95}" type="presParOf" srcId="{3696294B-ACB4-44B0-8840-06085C9860ED}" destId="{823F6323-0FC0-4972-933A-638971F09389}" srcOrd="4" destOrd="0" presId="urn:microsoft.com/office/officeart/2008/layout/HalfCircleOrganizationChart"/>
    <dgm:cxn modelId="{8267CD31-2281-4CC7-BFED-C8B04E85D863}" type="presParOf" srcId="{3696294B-ACB4-44B0-8840-06085C9860ED}" destId="{DFC087F9-709C-472C-83BF-548773936213}" srcOrd="5" destOrd="0" presId="urn:microsoft.com/office/officeart/2008/layout/HalfCircleOrganizationChart"/>
    <dgm:cxn modelId="{9E3AC6FB-4955-4A1A-9EA9-B0E2C376D5CF}" type="presParOf" srcId="{DFC087F9-709C-472C-83BF-548773936213}" destId="{FAA1C227-3447-4F2C-8609-29257030E897}" srcOrd="0" destOrd="0" presId="urn:microsoft.com/office/officeart/2008/layout/HalfCircleOrganizationChart"/>
    <dgm:cxn modelId="{52D631AE-25F8-48B4-98F8-3B22AE6BC34E}" type="presParOf" srcId="{FAA1C227-3447-4F2C-8609-29257030E897}" destId="{A7731729-B9CC-4979-814A-FBFEA3CCAB5C}" srcOrd="0" destOrd="0" presId="urn:microsoft.com/office/officeart/2008/layout/HalfCircleOrganizationChart"/>
    <dgm:cxn modelId="{D506B4E9-E1DE-4EC7-9FA6-DA4449DA0B6C}" type="presParOf" srcId="{FAA1C227-3447-4F2C-8609-29257030E897}" destId="{B6AEC485-51E0-48C3-8707-627775569E01}" srcOrd="1" destOrd="0" presId="urn:microsoft.com/office/officeart/2008/layout/HalfCircleOrganizationChart"/>
    <dgm:cxn modelId="{9D1F7FE1-502D-4F5E-975A-E08CDC303E88}" type="presParOf" srcId="{FAA1C227-3447-4F2C-8609-29257030E897}" destId="{71F8EDC1-3972-4220-AB3A-DDAF649830F3}" srcOrd="2" destOrd="0" presId="urn:microsoft.com/office/officeart/2008/layout/HalfCircleOrganizationChart"/>
    <dgm:cxn modelId="{13912885-2F87-428C-9E0A-7BD8C4E643DE}" type="presParOf" srcId="{FAA1C227-3447-4F2C-8609-29257030E897}" destId="{4245E3E6-79C9-45A7-BEB1-54E84DD9095D}" srcOrd="3" destOrd="0" presId="urn:microsoft.com/office/officeart/2008/layout/HalfCircleOrganizationChart"/>
    <dgm:cxn modelId="{CEEC2D46-9FFE-4E6E-A6CD-AF4D479810DE}" type="presParOf" srcId="{DFC087F9-709C-472C-83BF-548773936213}" destId="{869DC5E8-D064-4BCC-9DAB-916EC5C2E038}" srcOrd="1" destOrd="0" presId="urn:microsoft.com/office/officeart/2008/layout/HalfCircleOrganizationChart"/>
    <dgm:cxn modelId="{DACB3420-1766-4B70-AF13-FD4B16B6E7E8}" type="presParOf" srcId="{DFC087F9-709C-472C-83BF-548773936213}" destId="{2C109803-800D-4080-9F93-D1CA10FEFBE3}" srcOrd="2" destOrd="0" presId="urn:microsoft.com/office/officeart/2008/layout/HalfCircleOrganizationChart"/>
    <dgm:cxn modelId="{79386605-B888-4D37-914B-E9B35CF0C529}" type="presParOf" srcId="{1F9CD6E3-6D5B-43E8-9DE0-530A42DC179B}" destId="{764323B4-D3B0-4161-BC68-A7D1437DAC11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F536BB-61C4-4149-8FA8-800058F4278F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78BE8C-458E-4005-B8F1-BEA07978FA87}">
      <dgm:prSet phldrT="[Text]" custT="1"/>
      <dgm:spPr>
        <a:solidFill>
          <a:srgbClr val="EBFFFE"/>
        </a:solidFill>
      </dgm:spPr>
      <dgm:t>
        <a:bodyPr/>
        <a:lstStyle/>
        <a:p>
          <a:r>
            <a:rPr lang="en-US" sz="2600" dirty="0" smtClean="0"/>
            <a:t>Physical Methods </a:t>
          </a:r>
          <a:endParaRPr lang="en-US" sz="2600" dirty="0"/>
        </a:p>
      </dgm:t>
    </dgm:pt>
    <dgm:pt modelId="{9AD94144-BDEE-48E3-83D6-B4324F3BF6AF}" type="parTrans" cxnId="{94EEAE03-B3D6-4DA6-8CF6-140F31CEB41F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77FBC621-1118-44BD-B157-FEE5B45702B2}" type="sibTrans" cxnId="{94EEAE03-B3D6-4DA6-8CF6-140F31CEB41F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EA2CC853-1E4C-4574-854D-6756846300E4}">
      <dgm:prSet phldrT="[Text]"/>
      <dgm:spPr>
        <a:solidFill>
          <a:srgbClr val="EBFFFE"/>
        </a:solidFill>
      </dgm:spPr>
      <dgm:t>
        <a:bodyPr/>
        <a:lstStyle/>
        <a:p>
          <a:r>
            <a:rPr lang="en-US" smtClean="0"/>
            <a:t>Dipole Moments</a:t>
          </a:r>
          <a:endParaRPr lang="en-US" dirty="0"/>
        </a:p>
      </dgm:t>
    </dgm:pt>
    <dgm:pt modelId="{06C51B7B-C59C-4D3B-B93D-F7AEBD4AC31D}" type="parTrans" cxnId="{60BD6535-9306-4084-AE01-8C1DEE7D9BFB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757EB7FA-3392-49B3-B537-D311990B4B21}" type="sibTrans" cxnId="{60BD6535-9306-4084-AE01-8C1DEE7D9BFB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FC669BD8-8DA2-4291-92B4-C07EABE46AEE}">
      <dgm:prSet phldrT="[Text]"/>
      <dgm:spPr>
        <a:solidFill>
          <a:srgbClr val="EBFFFE"/>
        </a:solidFill>
      </dgm:spPr>
      <dgm:t>
        <a:bodyPr/>
        <a:lstStyle/>
        <a:p>
          <a:r>
            <a:rPr lang="en-US" dirty="0" smtClean="0"/>
            <a:t>Melting Points</a:t>
          </a:r>
          <a:endParaRPr lang="en-US" dirty="0"/>
        </a:p>
      </dgm:t>
    </dgm:pt>
    <dgm:pt modelId="{DE53C340-EA4C-4853-9B4C-278EC3AFD62F}" type="parTrans" cxnId="{E4C84A47-68C0-46CF-BA97-3E225374A0D1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FFADDC71-6579-435A-93E2-808623270CAB}" type="sibTrans" cxnId="{E4C84A47-68C0-46CF-BA97-3E225374A0D1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0B12CD27-E157-4C99-97C3-CDD55AE28676}">
      <dgm:prSet phldrT="[Text]"/>
      <dgm:spPr>
        <a:solidFill>
          <a:srgbClr val="EBFFFE"/>
        </a:solidFill>
      </dgm:spPr>
      <dgm:t>
        <a:bodyPr/>
        <a:lstStyle/>
        <a:p>
          <a:r>
            <a:rPr lang="en-US" smtClean="0"/>
            <a:t>UV-Vis spectra </a:t>
          </a:r>
          <a:endParaRPr lang="en-US" dirty="0"/>
        </a:p>
      </dgm:t>
    </dgm:pt>
    <dgm:pt modelId="{F347FD1F-7CAB-494B-82D9-C2362952E06F}" type="parTrans" cxnId="{2EC95288-4B43-48EE-9FA3-720C49E7000D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C99B799D-D6FA-4E8F-AC07-C9FE3DB01EB2}" type="sibTrans" cxnId="{2EC95288-4B43-48EE-9FA3-720C49E7000D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A7C87EC4-CD28-4381-B0F1-DBF8F7821DD1}">
      <dgm:prSet phldrT="[Text]"/>
      <dgm:spPr>
        <a:solidFill>
          <a:srgbClr val="EBFFFE"/>
        </a:solidFill>
      </dgm:spPr>
      <dgm:t>
        <a:bodyPr/>
        <a:lstStyle/>
        <a:p>
          <a:r>
            <a:rPr lang="en-US" smtClean="0"/>
            <a:t>IR spectra</a:t>
          </a:r>
          <a:endParaRPr lang="en-US" dirty="0"/>
        </a:p>
      </dgm:t>
    </dgm:pt>
    <dgm:pt modelId="{797132B1-99D5-4C82-ABCA-F65C27479277}" type="parTrans" cxnId="{5BC24EDD-94F0-4703-91B8-0805B7AD43F5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8C170F34-2CA9-41A7-95E9-FD1693D388A1}" type="sibTrans" cxnId="{5BC24EDD-94F0-4703-91B8-0805B7AD43F5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53554704-833F-431B-B550-2D2307EE9197}">
      <dgm:prSet phldrT="[Text]"/>
      <dgm:spPr>
        <a:solidFill>
          <a:srgbClr val="EBFFFE"/>
        </a:solidFill>
      </dgm:spPr>
      <dgm:t>
        <a:bodyPr/>
        <a:lstStyle/>
        <a:p>
          <a:r>
            <a:rPr lang="en-US" smtClean="0"/>
            <a:t>NMR spectra</a:t>
          </a:r>
          <a:endParaRPr lang="en-US" dirty="0"/>
        </a:p>
      </dgm:t>
    </dgm:pt>
    <dgm:pt modelId="{7352A4F0-CA31-4FFC-873C-52673CD50069}" type="parTrans" cxnId="{79AFF600-79FD-4EE9-920B-515300AD735C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94BC88F0-73CC-4DDC-B407-E750A66F6C6A}" type="sibTrans" cxnId="{79AFF600-79FD-4EE9-920B-515300AD735C}">
      <dgm:prSet/>
      <dgm:spPr/>
      <dgm:t>
        <a:bodyPr/>
        <a:lstStyle/>
        <a:p>
          <a:endParaRPr lang="en-US">
            <a:solidFill>
              <a:srgbClr val="000099"/>
            </a:solidFill>
          </a:endParaRPr>
        </a:p>
      </dgm:t>
    </dgm:pt>
    <dgm:pt modelId="{1BCF649B-B1B5-49B9-9F10-48A189FB913A}" type="pres">
      <dgm:prSet presAssocID="{6CF536BB-61C4-4149-8FA8-800058F427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E2D9E29-BD82-4A70-8DA3-42D956CBA7F6}" type="pres">
      <dgm:prSet presAssocID="{3678BE8C-458E-4005-B8F1-BEA07978FA87}" presName="root1" presStyleCnt="0"/>
      <dgm:spPr/>
    </dgm:pt>
    <dgm:pt modelId="{0189E65C-5538-4B88-A28E-76ED31D65E45}" type="pres">
      <dgm:prSet presAssocID="{3678BE8C-458E-4005-B8F1-BEA07978FA87}" presName="LevelOneTextNode" presStyleLbl="node0" presStyleIdx="0" presStyleCnt="1" custScaleY="76464" custLinFactX="-8463" custLinFactNeighborX="-100000" custLinFactNeighborY="-167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DF62B26-C587-40D3-B2F4-B0941BC7317C}" type="pres">
      <dgm:prSet presAssocID="{3678BE8C-458E-4005-B8F1-BEA07978FA87}" presName="level2hierChild" presStyleCnt="0"/>
      <dgm:spPr/>
    </dgm:pt>
    <dgm:pt modelId="{B937A5A0-C1AD-495A-9EAF-04F612ABDBA8}" type="pres">
      <dgm:prSet presAssocID="{06C51B7B-C59C-4D3B-B93D-F7AEBD4AC31D}" presName="conn2-1" presStyleLbl="parChTrans1D2" presStyleIdx="0" presStyleCnt="5"/>
      <dgm:spPr/>
      <dgm:t>
        <a:bodyPr/>
        <a:lstStyle/>
        <a:p>
          <a:endParaRPr lang="en-US"/>
        </a:p>
      </dgm:t>
    </dgm:pt>
    <dgm:pt modelId="{2B8E2790-011E-4B8B-84E0-53A55B7265FD}" type="pres">
      <dgm:prSet presAssocID="{06C51B7B-C59C-4D3B-B93D-F7AEBD4AC31D}" presName="connTx" presStyleLbl="parChTrans1D2" presStyleIdx="0" presStyleCnt="5"/>
      <dgm:spPr/>
      <dgm:t>
        <a:bodyPr/>
        <a:lstStyle/>
        <a:p>
          <a:endParaRPr lang="en-US"/>
        </a:p>
      </dgm:t>
    </dgm:pt>
    <dgm:pt modelId="{777115A2-7B46-4542-8362-94B9EFD5080D}" type="pres">
      <dgm:prSet presAssocID="{EA2CC853-1E4C-4574-854D-6756846300E4}" presName="root2" presStyleCnt="0"/>
      <dgm:spPr/>
    </dgm:pt>
    <dgm:pt modelId="{AFB854FC-338F-434C-9694-73CC73811803}" type="pres">
      <dgm:prSet presAssocID="{EA2CC853-1E4C-4574-854D-6756846300E4}" presName="LevelTwoTextNode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D713E3-E0BB-4174-AF79-F62ED001BC15}" type="pres">
      <dgm:prSet presAssocID="{EA2CC853-1E4C-4574-854D-6756846300E4}" presName="level3hierChild" presStyleCnt="0"/>
      <dgm:spPr/>
    </dgm:pt>
    <dgm:pt modelId="{8F8A2226-6712-4A89-AA89-99423857F862}" type="pres">
      <dgm:prSet presAssocID="{DE53C340-EA4C-4853-9B4C-278EC3AFD62F}" presName="conn2-1" presStyleLbl="parChTrans1D2" presStyleIdx="1" presStyleCnt="5"/>
      <dgm:spPr/>
      <dgm:t>
        <a:bodyPr/>
        <a:lstStyle/>
        <a:p>
          <a:endParaRPr lang="en-US"/>
        </a:p>
      </dgm:t>
    </dgm:pt>
    <dgm:pt modelId="{EE213BDB-EDF3-4E6B-B286-A61422F0F043}" type="pres">
      <dgm:prSet presAssocID="{DE53C340-EA4C-4853-9B4C-278EC3AFD62F}" presName="connTx" presStyleLbl="parChTrans1D2" presStyleIdx="1" presStyleCnt="5"/>
      <dgm:spPr/>
      <dgm:t>
        <a:bodyPr/>
        <a:lstStyle/>
        <a:p>
          <a:endParaRPr lang="en-US"/>
        </a:p>
      </dgm:t>
    </dgm:pt>
    <dgm:pt modelId="{01F440F6-ECF0-4485-9A72-F16D8E535CA2}" type="pres">
      <dgm:prSet presAssocID="{FC669BD8-8DA2-4291-92B4-C07EABE46AEE}" presName="root2" presStyleCnt="0"/>
      <dgm:spPr/>
    </dgm:pt>
    <dgm:pt modelId="{E80A7FD3-3E6A-455E-AE54-CC2F1B049922}" type="pres">
      <dgm:prSet presAssocID="{FC669BD8-8DA2-4291-92B4-C07EABE46AEE}" presName="LevelTwoTextNode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574DCF-3F35-4393-8E95-0A0826BA9A9F}" type="pres">
      <dgm:prSet presAssocID="{FC669BD8-8DA2-4291-92B4-C07EABE46AEE}" presName="level3hierChild" presStyleCnt="0"/>
      <dgm:spPr/>
    </dgm:pt>
    <dgm:pt modelId="{B4648D66-4EEB-49EF-A1CA-4143CF84C044}" type="pres">
      <dgm:prSet presAssocID="{F347FD1F-7CAB-494B-82D9-C2362952E06F}" presName="conn2-1" presStyleLbl="parChTrans1D2" presStyleIdx="2" presStyleCnt="5"/>
      <dgm:spPr/>
      <dgm:t>
        <a:bodyPr/>
        <a:lstStyle/>
        <a:p>
          <a:endParaRPr lang="en-US"/>
        </a:p>
      </dgm:t>
    </dgm:pt>
    <dgm:pt modelId="{50E8A6C3-6A67-4452-837E-B2B22497CB99}" type="pres">
      <dgm:prSet presAssocID="{F347FD1F-7CAB-494B-82D9-C2362952E06F}" presName="connTx" presStyleLbl="parChTrans1D2" presStyleIdx="2" presStyleCnt="5"/>
      <dgm:spPr/>
      <dgm:t>
        <a:bodyPr/>
        <a:lstStyle/>
        <a:p>
          <a:endParaRPr lang="en-US"/>
        </a:p>
      </dgm:t>
    </dgm:pt>
    <dgm:pt modelId="{EFF5139B-C639-4826-9A6E-036EF9C538EE}" type="pres">
      <dgm:prSet presAssocID="{0B12CD27-E157-4C99-97C3-CDD55AE28676}" presName="root2" presStyleCnt="0"/>
      <dgm:spPr/>
    </dgm:pt>
    <dgm:pt modelId="{23E7FB76-C003-42DD-ACCD-3C995EF270D4}" type="pres">
      <dgm:prSet presAssocID="{0B12CD27-E157-4C99-97C3-CDD55AE28676}" presName="LevelTwoTextNode" presStyleLbl="node2" presStyleIdx="2" presStyleCnt="5" custLinFactNeighborY="-626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0081E6-C239-4E19-B3E8-2A4E9C8EBC05}" type="pres">
      <dgm:prSet presAssocID="{0B12CD27-E157-4C99-97C3-CDD55AE28676}" presName="level3hierChild" presStyleCnt="0"/>
      <dgm:spPr/>
    </dgm:pt>
    <dgm:pt modelId="{593B971A-B68F-4BD7-AAB3-D586D864518C}" type="pres">
      <dgm:prSet presAssocID="{797132B1-99D5-4C82-ABCA-F65C27479277}" presName="conn2-1" presStyleLbl="parChTrans1D2" presStyleIdx="3" presStyleCnt="5"/>
      <dgm:spPr/>
      <dgm:t>
        <a:bodyPr/>
        <a:lstStyle/>
        <a:p>
          <a:endParaRPr lang="en-US"/>
        </a:p>
      </dgm:t>
    </dgm:pt>
    <dgm:pt modelId="{4D30B183-3AB9-4C75-A059-8B7E71037FCB}" type="pres">
      <dgm:prSet presAssocID="{797132B1-99D5-4C82-ABCA-F65C27479277}" presName="connTx" presStyleLbl="parChTrans1D2" presStyleIdx="3" presStyleCnt="5"/>
      <dgm:spPr/>
      <dgm:t>
        <a:bodyPr/>
        <a:lstStyle/>
        <a:p>
          <a:endParaRPr lang="en-US"/>
        </a:p>
      </dgm:t>
    </dgm:pt>
    <dgm:pt modelId="{286A3298-313B-4B2E-97D7-26E19F89153B}" type="pres">
      <dgm:prSet presAssocID="{A7C87EC4-CD28-4381-B0F1-DBF8F7821DD1}" presName="root2" presStyleCnt="0"/>
      <dgm:spPr/>
    </dgm:pt>
    <dgm:pt modelId="{4795253D-AC19-4E87-896F-7E134F6081EC}" type="pres">
      <dgm:prSet presAssocID="{A7C87EC4-CD28-4381-B0F1-DBF8F7821DD1}" presName="LevelTwoTextNode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DE2617F-D7E1-4DD4-AABF-6F8241AB0C11}" type="pres">
      <dgm:prSet presAssocID="{A7C87EC4-CD28-4381-B0F1-DBF8F7821DD1}" presName="level3hierChild" presStyleCnt="0"/>
      <dgm:spPr/>
    </dgm:pt>
    <dgm:pt modelId="{E93AC53E-A288-47CE-83F8-BC1C26FE8ADE}" type="pres">
      <dgm:prSet presAssocID="{7352A4F0-CA31-4FFC-873C-52673CD50069}" presName="conn2-1" presStyleLbl="parChTrans1D2" presStyleIdx="4" presStyleCnt="5"/>
      <dgm:spPr/>
      <dgm:t>
        <a:bodyPr/>
        <a:lstStyle/>
        <a:p>
          <a:endParaRPr lang="en-US"/>
        </a:p>
      </dgm:t>
    </dgm:pt>
    <dgm:pt modelId="{8D2E3736-1F03-48CA-A957-19F53CDBD44B}" type="pres">
      <dgm:prSet presAssocID="{7352A4F0-CA31-4FFC-873C-52673CD50069}" presName="connTx" presStyleLbl="parChTrans1D2" presStyleIdx="4" presStyleCnt="5"/>
      <dgm:spPr/>
      <dgm:t>
        <a:bodyPr/>
        <a:lstStyle/>
        <a:p>
          <a:endParaRPr lang="en-US"/>
        </a:p>
      </dgm:t>
    </dgm:pt>
    <dgm:pt modelId="{FA05D40C-A985-4199-8B2D-BF0788D93AEA}" type="pres">
      <dgm:prSet presAssocID="{53554704-833F-431B-B550-2D2307EE9197}" presName="root2" presStyleCnt="0"/>
      <dgm:spPr/>
    </dgm:pt>
    <dgm:pt modelId="{E09FF665-FC6A-4891-9999-B6D205B6071E}" type="pres">
      <dgm:prSet presAssocID="{53554704-833F-431B-B550-2D2307EE9197}" presName="LevelTwoTextNode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24E266-E1D4-4060-9576-6D6B41F1076F}" type="pres">
      <dgm:prSet presAssocID="{53554704-833F-431B-B550-2D2307EE9197}" presName="level3hierChild" presStyleCnt="0"/>
      <dgm:spPr/>
    </dgm:pt>
  </dgm:ptLst>
  <dgm:cxnLst>
    <dgm:cxn modelId="{1A6939C8-C269-49FA-9FAC-C2C8D30FB353}" type="presOf" srcId="{0B12CD27-E157-4C99-97C3-CDD55AE28676}" destId="{23E7FB76-C003-42DD-ACCD-3C995EF270D4}" srcOrd="0" destOrd="0" presId="urn:microsoft.com/office/officeart/2008/layout/HorizontalMultiLevelHierarchy"/>
    <dgm:cxn modelId="{2EC95288-4B43-48EE-9FA3-720C49E7000D}" srcId="{3678BE8C-458E-4005-B8F1-BEA07978FA87}" destId="{0B12CD27-E157-4C99-97C3-CDD55AE28676}" srcOrd="2" destOrd="0" parTransId="{F347FD1F-7CAB-494B-82D9-C2362952E06F}" sibTransId="{C99B799D-D6FA-4E8F-AC07-C9FE3DB01EB2}"/>
    <dgm:cxn modelId="{16C005DB-DE9B-45F5-BD6E-A5E5BC0E7994}" type="presOf" srcId="{F347FD1F-7CAB-494B-82D9-C2362952E06F}" destId="{B4648D66-4EEB-49EF-A1CA-4143CF84C044}" srcOrd="0" destOrd="0" presId="urn:microsoft.com/office/officeart/2008/layout/HorizontalMultiLevelHierarchy"/>
    <dgm:cxn modelId="{C02FF30F-351F-4B0A-94E7-0FBF9BB05B93}" type="presOf" srcId="{7352A4F0-CA31-4FFC-873C-52673CD50069}" destId="{E93AC53E-A288-47CE-83F8-BC1C26FE8ADE}" srcOrd="0" destOrd="0" presId="urn:microsoft.com/office/officeart/2008/layout/HorizontalMultiLevelHierarchy"/>
    <dgm:cxn modelId="{5A20BFF3-B776-4EBE-8112-1CA885B2243A}" type="presOf" srcId="{6CF536BB-61C4-4149-8FA8-800058F4278F}" destId="{1BCF649B-B1B5-49B9-9F10-48A189FB913A}" srcOrd="0" destOrd="0" presId="urn:microsoft.com/office/officeart/2008/layout/HorizontalMultiLevelHierarchy"/>
    <dgm:cxn modelId="{5D97CE1D-27F6-432C-99BA-DF4BFB2E9654}" type="presOf" srcId="{DE53C340-EA4C-4853-9B4C-278EC3AFD62F}" destId="{8F8A2226-6712-4A89-AA89-99423857F862}" srcOrd="0" destOrd="0" presId="urn:microsoft.com/office/officeart/2008/layout/HorizontalMultiLevelHierarchy"/>
    <dgm:cxn modelId="{F4A7D3A2-A9F2-4A4F-90DC-2B77DB85A4D6}" type="presOf" srcId="{797132B1-99D5-4C82-ABCA-F65C27479277}" destId="{4D30B183-3AB9-4C75-A059-8B7E71037FCB}" srcOrd="1" destOrd="0" presId="urn:microsoft.com/office/officeart/2008/layout/HorizontalMultiLevelHierarchy"/>
    <dgm:cxn modelId="{DAE19AC9-ABA7-427E-99FD-44C9DE9B3148}" type="presOf" srcId="{FC669BD8-8DA2-4291-92B4-C07EABE46AEE}" destId="{E80A7FD3-3E6A-455E-AE54-CC2F1B049922}" srcOrd="0" destOrd="0" presId="urn:microsoft.com/office/officeart/2008/layout/HorizontalMultiLevelHierarchy"/>
    <dgm:cxn modelId="{B2F108F6-73D7-4847-86AC-3C94373996CD}" type="presOf" srcId="{DE53C340-EA4C-4853-9B4C-278EC3AFD62F}" destId="{EE213BDB-EDF3-4E6B-B286-A61422F0F043}" srcOrd="1" destOrd="0" presId="urn:microsoft.com/office/officeart/2008/layout/HorizontalMultiLevelHierarchy"/>
    <dgm:cxn modelId="{94EEAE03-B3D6-4DA6-8CF6-140F31CEB41F}" srcId="{6CF536BB-61C4-4149-8FA8-800058F4278F}" destId="{3678BE8C-458E-4005-B8F1-BEA07978FA87}" srcOrd="0" destOrd="0" parTransId="{9AD94144-BDEE-48E3-83D6-B4324F3BF6AF}" sibTransId="{77FBC621-1118-44BD-B157-FEE5B45702B2}"/>
    <dgm:cxn modelId="{2A2C5F3A-B4D3-4E56-99A4-13BF1E8FE8AD}" type="presOf" srcId="{3678BE8C-458E-4005-B8F1-BEA07978FA87}" destId="{0189E65C-5538-4B88-A28E-76ED31D65E45}" srcOrd="0" destOrd="0" presId="urn:microsoft.com/office/officeart/2008/layout/HorizontalMultiLevelHierarchy"/>
    <dgm:cxn modelId="{3586C779-DB79-46D5-A31D-DB6DBF06B745}" type="presOf" srcId="{53554704-833F-431B-B550-2D2307EE9197}" destId="{E09FF665-FC6A-4891-9999-B6D205B6071E}" srcOrd="0" destOrd="0" presId="urn:microsoft.com/office/officeart/2008/layout/HorizontalMultiLevelHierarchy"/>
    <dgm:cxn modelId="{5BC24EDD-94F0-4703-91B8-0805B7AD43F5}" srcId="{3678BE8C-458E-4005-B8F1-BEA07978FA87}" destId="{A7C87EC4-CD28-4381-B0F1-DBF8F7821DD1}" srcOrd="3" destOrd="0" parTransId="{797132B1-99D5-4C82-ABCA-F65C27479277}" sibTransId="{8C170F34-2CA9-41A7-95E9-FD1693D388A1}"/>
    <dgm:cxn modelId="{60BD6535-9306-4084-AE01-8C1DEE7D9BFB}" srcId="{3678BE8C-458E-4005-B8F1-BEA07978FA87}" destId="{EA2CC853-1E4C-4574-854D-6756846300E4}" srcOrd="0" destOrd="0" parTransId="{06C51B7B-C59C-4D3B-B93D-F7AEBD4AC31D}" sibTransId="{757EB7FA-3392-49B3-B537-D311990B4B21}"/>
    <dgm:cxn modelId="{E4C84A47-68C0-46CF-BA97-3E225374A0D1}" srcId="{3678BE8C-458E-4005-B8F1-BEA07978FA87}" destId="{FC669BD8-8DA2-4291-92B4-C07EABE46AEE}" srcOrd="1" destOrd="0" parTransId="{DE53C340-EA4C-4853-9B4C-278EC3AFD62F}" sibTransId="{FFADDC71-6579-435A-93E2-808623270CAB}"/>
    <dgm:cxn modelId="{BA4E7915-C2E2-4D92-B06A-BBC7234E8FCD}" type="presOf" srcId="{F347FD1F-7CAB-494B-82D9-C2362952E06F}" destId="{50E8A6C3-6A67-4452-837E-B2B22497CB99}" srcOrd="1" destOrd="0" presId="urn:microsoft.com/office/officeart/2008/layout/HorizontalMultiLevelHierarchy"/>
    <dgm:cxn modelId="{53E09DCD-5C4C-4012-B363-56DA964D41B5}" type="presOf" srcId="{A7C87EC4-CD28-4381-B0F1-DBF8F7821DD1}" destId="{4795253D-AC19-4E87-896F-7E134F6081EC}" srcOrd="0" destOrd="0" presId="urn:microsoft.com/office/officeart/2008/layout/HorizontalMultiLevelHierarchy"/>
    <dgm:cxn modelId="{F050C751-C1EF-484F-AA05-ACA4D4F2751F}" type="presOf" srcId="{7352A4F0-CA31-4FFC-873C-52673CD50069}" destId="{8D2E3736-1F03-48CA-A957-19F53CDBD44B}" srcOrd="1" destOrd="0" presId="urn:microsoft.com/office/officeart/2008/layout/HorizontalMultiLevelHierarchy"/>
    <dgm:cxn modelId="{79AFF600-79FD-4EE9-920B-515300AD735C}" srcId="{3678BE8C-458E-4005-B8F1-BEA07978FA87}" destId="{53554704-833F-431B-B550-2D2307EE9197}" srcOrd="4" destOrd="0" parTransId="{7352A4F0-CA31-4FFC-873C-52673CD50069}" sibTransId="{94BC88F0-73CC-4DDC-B407-E750A66F6C6A}"/>
    <dgm:cxn modelId="{82AFE43D-C683-4CF0-BD1C-8943C3C68866}" type="presOf" srcId="{797132B1-99D5-4C82-ABCA-F65C27479277}" destId="{593B971A-B68F-4BD7-AAB3-D586D864518C}" srcOrd="0" destOrd="0" presId="urn:microsoft.com/office/officeart/2008/layout/HorizontalMultiLevelHierarchy"/>
    <dgm:cxn modelId="{2FBBF87F-8849-4A0F-B6C1-74093A552804}" type="presOf" srcId="{EA2CC853-1E4C-4574-854D-6756846300E4}" destId="{AFB854FC-338F-434C-9694-73CC73811803}" srcOrd="0" destOrd="0" presId="urn:microsoft.com/office/officeart/2008/layout/HorizontalMultiLevelHierarchy"/>
    <dgm:cxn modelId="{B5500B8F-AE43-4CF6-8166-7CA92A254775}" type="presOf" srcId="{06C51B7B-C59C-4D3B-B93D-F7AEBD4AC31D}" destId="{B937A5A0-C1AD-495A-9EAF-04F612ABDBA8}" srcOrd="0" destOrd="0" presId="urn:microsoft.com/office/officeart/2008/layout/HorizontalMultiLevelHierarchy"/>
    <dgm:cxn modelId="{A2B2A71C-C829-4069-B3E6-739B1B03989D}" type="presOf" srcId="{06C51B7B-C59C-4D3B-B93D-F7AEBD4AC31D}" destId="{2B8E2790-011E-4B8B-84E0-53A55B7265FD}" srcOrd="1" destOrd="0" presId="urn:microsoft.com/office/officeart/2008/layout/HorizontalMultiLevelHierarchy"/>
    <dgm:cxn modelId="{459D9462-D0AB-43A4-BCC5-63C103AB48B5}" type="presParOf" srcId="{1BCF649B-B1B5-49B9-9F10-48A189FB913A}" destId="{DE2D9E29-BD82-4A70-8DA3-42D956CBA7F6}" srcOrd="0" destOrd="0" presId="urn:microsoft.com/office/officeart/2008/layout/HorizontalMultiLevelHierarchy"/>
    <dgm:cxn modelId="{879012FB-D816-42AF-AAFA-365CEE95EB0A}" type="presParOf" srcId="{DE2D9E29-BD82-4A70-8DA3-42D956CBA7F6}" destId="{0189E65C-5538-4B88-A28E-76ED31D65E45}" srcOrd="0" destOrd="0" presId="urn:microsoft.com/office/officeart/2008/layout/HorizontalMultiLevelHierarchy"/>
    <dgm:cxn modelId="{7194CF75-3C4E-40C4-B0DB-856E9FEA45FB}" type="presParOf" srcId="{DE2D9E29-BD82-4A70-8DA3-42D956CBA7F6}" destId="{BDF62B26-C587-40D3-B2F4-B0941BC7317C}" srcOrd="1" destOrd="0" presId="urn:microsoft.com/office/officeart/2008/layout/HorizontalMultiLevelHierarchy"/>
    <dgm:cxn modelId="{A81E1FCA-1AEC-4309-86E0-50DC234E3605}" type="presParOf" srcId="{BDF62B26-C587-40D3-B2F4-B0941BC7317C}" destId="{B937A5A0-C1AD-495A-9EAF-04F612ABDBA8}" srcOrd="0" destOrd="0" presId="urn:microsoft.com/office/officeart/2008/layout/HorizontalMultiLevelHierarchy"/>
    <dgm:cxn modelId="{54D78EE1-0B53-4533-8D6F-B0AD4E7C8905}" type="presParOf" srcId="{B937A5A0-C1AD-495A-9EAF-04F612ABDBA8}" destId="{2B8E2790-011E-4B8B-84E0-53A55B7265FD}" srcOrd="0" destOrd="0" presId="urn:microsoft.com/office/officeart/2008/layout/HorizontalMultiLevelHierarchy"/>
    <dgm:cxn modelId="{86F590FE-E080-4466-BD3E-5F0C053E3B7D}" type="presParOf" srcId="{BDF62B26-C587-40D3-B2F4-B0941BC7317C}" destId="{777115A2-7B46-4542-8362-94B9EFD5080D}" srcOrd="1" destOrd="0" presId="urn:microsoft.com/office/officeart/2008/layout/HorizontalMultiLevelHierarchy"/>
    <dgm:cxn modelId="{974E6989-6270-42BD-8980-13E45DE706D9}" type="presParOf" srcId="{777115A2-7B46-4542-8362-94B9EFD5080D}" destId="{AFB854FC-338F-434C-9694-73CC73811803}" srcOrd="0" destOrd="0" presId="urn:microsoft.com/office/officeart/2008/layout/HorizontalMultiLevelHierarchy"/>
    <dgm:cxn modelId="{BAE55294-5B13-4444-B466-888485637F98}" type="presParOf" srcId="{777115A2-7B46-4542-8362-94B9EFD5080D}" destId="{EBD713E3-E0BB-4174-AF79-F62ED001BC15}" srcOrd="1" destOrd="0" presId="urn:microsoft.com/office/officeart/2008/layout/HorizontalMultiLevelHierarchy"/>
    <dgm:cxn modelId="{A205FD9E-CF4C-48B8-B2B0-3FC2D8A64B40}" type="presParOf" srcId="{BDF62B26-C587-40D3-B2F4-B0941BC7317C}" destId="{8F8A2226-6712-4A89-AA89-99423857F862}" srcOrd="2" destOrd="0" presId="urn:microsoft.com/office/officeart/2008/layout/HorizontalMultiLevelHierarchy"/>
    <dgm:cxn modelId="{62EA026E-CC0D-4BCF-9D65-A88128A41273}" type="presParOf" srcId="{8F8A2226-6712-4A89-AA89-99423857F862}" destId="{EE213BDB-EDF3-4E6B-B286-A61422F0F043}" srcOrd="0" destOrd="0" presId="urn:microsoft.com/office/officeart/2008/layout/HorizontalMultiLevelHierarchy"/>
    <dgm:cxn modelId="{50C7F1C2-D259-4B50-A31B-9CEF08D42755}" type="presParOf" srcId="{BDF62B26-C587-40D3-B2F4-B0941BC7317C}" destId="{01F440F6-ECF0-4485-9A72-F16D8E535CA2}" srcOrd="3" destOrd="0" presId="urn:microsoft.com/office/officeart/2008/layout/HorizontalMultiLevelHierarchy"/>
    <dgm:cxn modelId="{5376D9F7-31E0-4464-A9CE-5468379EF3BC}" type="presParOf" srcId="{01F440F6-ECF0-4485-9A72-F16D8E535CA2}" destId="{E80A7FD3-3E6A-455E-AE54-CC2F1B049922}" srcOrd="0" destOrd="0" presId="urn:microsoft.com/office/officeart/2008/layout/HorizontalMultiLevelHierarchy"/>
    <dgm:cxn modelId="{792DFEA7-8947-43BC-8AE3-FB627A55A710}" type="presParOf" srcId="{01F440F6-ECF0-4485-9A72-F16D8E535CA2}" destId="{99574DCF-3F35-4393-8E95-0A0826BA9A9F}" srcOrd="1" destOrd="0" presId="urn:microsoft.com/office/officeart/2008/layout/HorizontalMultiLevelHierarchy"/>
    <dgm:cxn modelId="{75503CBA-9A90-4AFF-BB24-A4943F45CBA8}" type="presParOf" srcId="{BDF62B26-C587-40D3-B2F4-B0941BC7317C}" destId="{B4648D66-4EEB-49EF-A1CA-4143CF84C044}" srcOrd="4" destOrd="0" presId="urn:microsoft.com/office/officeart/2008/layout/HorizontalMultiLevelHierarchy"/>
    <dgm:cxn modelId="{BCF87A1B-2F82-4815-8917-6DDCB21E456F}" type="presParOf" srcId="{B4648D66-4EEB-49EF-A1CA-4143CF84C044}" destId="{50E8A6C3-6A67-4452-837E-B2B22497CB99}" srcOrd="0" destOrd="0" presId="urn:microsoft.com/office/officeart/2008/layout/HorizontalMultiLevelHierarchy"/>
    <dgm:cxn modelId="{3871A91E-5402-4E63-A26C-6A706458A2FC}" type="presParOf" srcId="{BDF62B26-C587-40D3-B2F4-B0941BC7317C}" destId="{EFF5139B-C639-4826-9A6E-036EF9C538EE}" srcOrd="5" destOrd="0" presId="urn:microsoft.com/office/officeart/2008/layout/HorizontalMultiLevelHierarchy"/>
    <dgm:cxn modelId="{9C4A79E6-8F61-4B4C-86C7-046846F5C698}" type="presParOf" srcId="{EFF5139B-C639-4826-9A6E-036EF9C538EE}" destId="{23E7FB76-C003-42DD-ACCD-3C995EF270D4}" srcOrd="0" destOrd="0" presId="urn:microsoft.com/office/officeart/2008/layout/HorizontalMultiLevelHierarchy"/>
    <dgm:cxn modelId="{F0E65BB4-12F5-4061-A09F-00EE7D5D3772}" type="presParOf" srcId="{EFF5139B-C639-4826-9A6E-036EF9C538EE}" destId="{390081E6-C239-4E19-B3E8-2A4E9C8EBC05}" srcOrd="1" destOrd="0" presId="urn:microsoft.com/office/officeart/2008/layout/HorizontalMultiLevelHierarchy"/>
    <dgm:cxn modelId="{D50EBA5C-0898-4529-B2E0-A130C886B14B}" type="presParOf" srcId="{BDF62B26-C587-40D3-B2F4-B0941BC7317C}" destId="{593B971A-B68F-4BD7-AAB3-D586D864518C}" srcOrd="6" destOrd="0" presId="urn:microsoft.com/office/officeart/2008/layout/HorizontalMultiLevelHierarchy"/>
    <dgm:cxn modelId="{B11E83FE-616B-4E8C-8668-2EFD7753D619}" type="presParOf" srcId="{593B971A-B68F-4BD7-AAB3-D586D864518C}" destId="{4D30B183-3AB9-4C75-A059-8B7E71037FCB}" srcOrd="0" destOrd="0" presId="urn:microsoft.com/office/officeart/2008/layout/HorizontalMultiLevelHierarchy"/>
    <dgm:cxn modelId="{E44825D9-CF55-4558-8AA4-16AC776E0EB7}" type="presParOf" srcId="{BDF62B26-C587-40D3-B2F4-B0941BC7317C}" destId="{286A3298-313B-4B2E-97D7-26E19F89153B}" srcOrd="7" destOrd="0" presId="urn:microsoft.com/office/officeart/2008/layout/HorizontalMultiLevelHierarchy"/>
    <dgm:cxn modelId="{391D8399-A76B-49D1-9985-7FF70CA7D819}" type="presParOf" srcId="{286A3298-313B-4B2E-97D7-26E19F89153B}" destId="{4795253D-AC19-4E87-896F-7E134F6081EC}" srcOrd="0" destOrd="0" presId="urn:microsoft.com/office/officeart/2008/layout/HorizontalMultiLevelHierarchy"/>
    <dgm:cxn modelId="{EF10C2EE-AE44-478F-B33E-95970543611B}" type="presParOf" srcId="{286A3298-313B-4B2E-97D7-26E19F89153B}" destId="{FDE2617F-D7E1-4DD4-AABF-6F8241AB0C11}" srcOrd="1" destOrd="0" presId="urn:microsoft.com/office/officeart/2008/layout/HorizontalMultiLevelHierarchy"/>
    <dgm:cxn modelId="{F472FA3E-3EF7-45F2-BBC4-9DA9021D0D87}" type="presParOf" srcId="{BDF62B26-C587-40D3-B2F4-B0941BC7317C}" destId="{E93AC53E-A288-47CE-83F8-BC1C26FE8ADE}" srcOrd="8" destOrd="0" presId="urn:microsoft.com/office/officeart/2008/layout/HorizontalMultiLevelHierarchy"/>
    <dgm:cxn modelId="{3B12F303-88D8-4152-A9E5-199A99B8509A}" type="presParOf" srcId="{E93AC53E-A288-47CE-83F8-BC1C26FE8ADE}" destId="{8D2E3736-1F03-48CA-A957-19F53CDBD44B}" srcOrd="0" destOrd="0" presId="urn:microsoft.com/office/officeart/2008/layout/HorizontalMultiLevelHierarchy"/>
    <dgm:cxn modelId="{FCEA95F4-081E-49DD-940D-215B36910C6B}" type="presParOf" srcId="{BDF62B26-C587-40D3-B2F4-B0941BC7317C}" destId="{FA05D40C-A985-4199-8B2D-BF0788D93AEA}" srcOrd="9" destOrd="0" presId="urn:microsoft.com/office/officeart/2008/layout/HorizontalMultiLevelHierarchy"/>
    <dgm:cxn modelId="{F7B8CC7E-2A30-407F-9922-052B300356AA}" type="presParOf" srcId="{FA05D40C-A985-4199-8B2D-BF0788D93AEA}" destId="{E09FF665-FC6A-4891-9999-B6D205B6071E}" srcOrd="0" destOrd="0" presId="urn:microsoft.com/office/officeart/2008/layout/HorizontalMultiLevelHierarchy"/>
    <dgm:cxn modelId="{400BA769-C549-4D52-B9CE-E2ED085470DF}" type="presParOf" srcId="{FA05D40C-A985-4199-8B2D-BF0788D93AEA}" destId="{A724E266-E1D4-4060-9576-6D6B41F1076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F6323-0FC0-4972-933A-638971F09389}">
      <dsp:nvSpPr>
        <dsp:cNvPr id="0" name=""/>
        <dsp:cNvSpPr/>
      </dsp:nvSpPr>
      <dsp:spPr>
        <a:xfrm>
          <a:off x="3771900" y="1800423"/>
          <a:ext cx="2669153" cy="46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576"/>
              </a:lnTo>
              <a:lnTo>
                <a:pt x="2669153" y="231576"/>
              </a:lnTo>
              <a:lnTo>
                <a:pt x="2669153" y="463153"/>
              </a:lnTo>
            </a:path>
          </a:pathLst>
        </a:cu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7C68A3-1584-469B-AC8F-5025F2BDE425}">
      <dsp:nvSpPr>
        <dsp:cNvPr id="0" name=""/>
        <dsp:cNvSpPr/>
      </dsp:nvSpPr>
      <dsp:spPr>
        <a:xfrm>
          <a:off x="3726180" y="1800423"/>
          <a:ext cx="91440" cy="4631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315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D6929-BA07-4F1D-A047-00ACD834E33B}">
      <dsp:nvSpPr>
        <dsp:cNvPr id="0" name=""/>
        <dsp:cNvSpPr/>
      </dsp:nvSpPr>
      <dsp:spPr>
        <a:xfrm>
          <a:off x="1103253" y="1800423"/>
          <a:ext cx="2668646" cy="463153"/>
        </a:xfrm>
        <a:custGeom>
          <a:avLst/>
          <a:gdLst/>
          <a:ahLst/>
          <a:cxnLst/>
          <a:rect l="0" t="0" r="0" b="0"/>
          <a:pathLst>
            <a:path>
              <a:moveTo>
                <a:pt x="2668646" y="0"/>
              </a:moveTo>
              <a:lnTo>
                <a:pt x="2668646" y="231576"/>
              </a:lnTo>
              <a:lnTo>
                <a:pt x="0" y="231576"/>
              </a:lnTo>
              <a:lnTo>
                <a:pt x="0" y="463153"/>
              </a:lnTo>
            </a:path>
          </a:pathLst>
        </a:cu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67C967-F228-46EB-89D9-643CD2BF12B9}">
      <dsp:nvSpPr>
        <dsp:cNvPr id="0" name=""/>
        <dsp:cNvSpPr/>
      </dsp:nvSpPr>
      <dsp:spPr>
        <a:xfrm>
          <a:off x="2923220" y="697676"/>
          <a:ext cx="1697358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DC717-3FCE-4BD5-A203-5CF99A82987F}">
      <dsp:nvSpPr>
        <dsp:cNvPr id="0" name=""/>
        <dsp:cNvSpPr/>
      </dsp:nvSpPr>
      <dsp:spPr>
        <a:xfrm>
          <a:off x="2923220" y="697676"/>
          <a:ext cx="1697358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E05A0-D1BD-4A54-9BDD-874FF129E1E2}">
      <dsp:nvSpPr>
        <dsp:cNvPr id="0" name=""/>
        <dsp:cNvSpPr/>
      </dsp:nvSpPr>
      <dsp:spPr>
        <a:xfrm>
          <a:off x="2074541" y="896170"/>
          <a:ext cx="3394717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Comic Sans MS" pitchFamily="66" charset="0"/>
              <a:cs typeface="Times New Roman" pitchFamily="18" charset="0"/>
            </a:rPr>
            <a:t>Chemical Methods</a:t>
          </a:r>
          <a:endParaRPr lang="en-US" sz="2800" b="1" kern="1200" dirty="0">
            <a:latin typeface="Comic Sans MS" pitchFamily="66" charset="0"/>
            <a:cs typeface="Times New Roman" pitchFamily="18" charset="0"/>
          </a:endParaRPr>
        </a:p>
      </dsp:txBody>
      <dsp:txXfrm>
        <a:off x="2074541" y="896170"/>
        <a:ext cx="3394717" cy="705757"/>
      </dsp:txXfrm>
    </dsp:sp>
    <dsp:sp modelId="{D20761B3-999D-458D-9FFF-4DEA60E13DFC}">
      <dsp:nvSpPr>
        <dsp:cNvPr id="0" name=""/>
        <dsp:cNvSpPr/>
      </dsp:nvSpPr>
      <dsp:spPr>
        <a:xfrm>
          <a:off x="551879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3387C-E573-4E64-9380-C34516FCC0F6}">
      <dsp:nvSpPr>
        <dsp:cNvPr id="0" name=""/>
        <dsp:cNvSpPr/>
      </dsp:nvSpPr>
      <dsp:spPr>
        <a:xfrm>
          <a:off x="551879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D0EAD5-0155-4955-98D5-22620D7B680C}">
      <dsp:nvSpPr>
        <dsp:cNvPr id="0" name=""/>
        <dsp:cNvSpPr/>
      </dsp:nvSpPr>
      <dsp:spPr>
        <a:xfrm>
          <a:off x="506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Times New Roman" pitchFamily="18" charset="0"/>
              <a:cs typeface="Times New Roman" pitchFamily="18" charset="0"/>
            </a:rPr>
            <a:t>Absolute method</a:t>
          </a:r>
          <a:endParaRPr lang="en-US" sz="2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06" y="2462071"/>
        <a:ext cx="2205493" cy="705757"/>
      </dsp:txXfrm>
    </dsp:sp>
    <dsp:sp modelId="{F453EAA0-FBA8-4465-A92E-D4379F66E2E0}">
      <dsp:nvSpPr>
        <dsp:cNvPr id="0" name=""/>
        <dsp:cNvSpPr/>
      </dsp:nvSpPr>
      <dsp:spPr>
        <a:xfrm>
          <a:off x="3220526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1D19CA-635C-4A98-A10E-6DA24AFB7CBA}">
      <dsp:nvSpPr>
        <dsp:cNvPr id="0" name=""/>
        <dsp:cNvSpPr/>
      </dsp:nvSpPr>
      <dsp:spPr>
        <a:xfrm>
          <a:off x="3220526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3C0F2A-3816-4BAC-8B4D-E23F3E29E26C}">
      <dsp:nvSpPr>
        <dsp:cNvPr id="0" name=""/>
        <dsp:cNvSpPr/>
      </dsp:nvSpPr>
      <dsp:spPr>
        <a:xfrm>
          <a:off x="2669153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rPr>
            <a:t>Correlative </a:t>
          </a:r>
          <a:r>
            <a:rPr lang="en-US" sz="26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</a:t>
          </a:r>
          <a:endParaRPr lang="en-US" sz="26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669153" y="2462071"/>
        <a:ext cx="2205493" cy="705757"/>
      </dsp:txXfrm>
    </dsp:sp>
    <dsp:sp modelId="{B6AEC485-51E0-48C3-8707-627775569E01}">
      <dsp:nvSpPr>
        <dsp:cNvPr id="0" name=""/>
        <dsp:cNvSpPr/>
      </dsp:nvSpPr>
      <dsp:spPr>
        <a:xfrm>
          <a:off x="5889680" y="2263576"/>
          <a:ext cx="1102746" cy="1102746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8EDC1-3972-4220-AB3A-DDAF649830F3}">
      <dsp:nvSpPr>
        <dsp:cNvPr id="0" name=""/>
        <dsp:cNvSpPr/>
      </dsp:nvSpPr>
      <dsp:spPr>
        <a:xfrm>
          <a:off x="5889680" y="2263576"/>
          <a:ext cx="1102746" cy="1102746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804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731729-B9CC-4979-814A-FBFEA3CCAB5C}">
      <dsp:nvSpPr>
        <dsp:cNvPr id="0" name=""/>
        <dsp:cNvSpPr/>
      </dsp:nvSpPr>
      <dsp:spPr>
        <a:xfrm>
          <a:off x="5338306" y="2462071"/>
          <a:ext cx="2205493" cy="70575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Times New Roman" pitchFamily="18" charset="0"/>
              <a:cs typeface="Times New Roman" pitchFamily="18" charset="0"/>
            </a:rPr>
            <a:t>Mechanistic method</a:t>
          </a:r>
          <a:endParaRPr lang="en-US" sz="2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338306" y="2462071"/>
        <a:ext cx="2205493" cy="705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AC53E-A288-47CE-83F8-BC1C26FE8ADE}">
      <dsp:nvSpPr>
        <dsp:cNvPr id="0" name=""/>
        <dsp:cNvSpPr/>
      </dsp:nvSpPr>
      <dsp:spPr>
        <a:xfrm>
          <a:off x="824191" y="1972161"/>
          <a:ext cx="1178664" cy="175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9332" y="0"/>
              </a:lnTo>
              <a:lnTo>
                <a:pt x="589332" y="1752708"/>
              </a:lnTo>
              <a:lnTo>
                <a:pt x="1178664" y="17527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>
            <a:solidFill>
              <a:srgbClr val="000099"/>
            </a:solidFill>
          </a:endParaRPr>
        </a:p>
      </dsp:txBody>
      <dsp:txXfrm>
        <a:off x="1360719" y="2795711"/>
        <a:ext cx="105608" cy="105608"/>
      </dsp:txXfrm>
    </dsp:sp>
    <dsp:sp modelId="{593B971A-B68F-4BD7-AAB3-D586D864518C}">
      <dsp:nvSpPr>
        <dsp:cNvPr id="0" name=""/>
        <dsp:cNvSpPr/>
      </dsp:nvSpPr>
      <dsp:spPr>
        <a:xfrm>
          <a:off x="824191" y="1972161"/>
          <a:ext cx="1178664" cy="906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9332" y="0"/>
              </a:lnTo>
              <a:lnTo>
                <a:pt x="589332" y="906273"/>
              </a:lnTo>
              <a:lnTo>
                <a:pt x="1178664" y="906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rgbClr val="000099"/>
            </a:solidFill>
          </a:endParaRPr>
        </a:p>
      </dsp:txBody>
      <dsp:txXfrm>
        <a:off x="1376353" y="2388128"/>
        <a:ext cx="74340" cy="74340"/>
      </dsp:txXfrm>
    </dsp:sp>
    <dsp:sp modelId="{B4648D66-4EEB-49EF-A1CA-4143CF84C044}">
      <dsp:nvSpPr>
        <dsp:cNvPr id="0" name=""/>
        <dsp:cNvSpPr/>
      </dsp:nvSpPr>
      <dsp:spPr>
        <a:xfrm>
          <a:off x="824191" y="1926441"/>
          <a:ext cx="11786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32" y="45720"/>
              </a:lnTo>
              <a:lnTo>
                <a:pt x="589332" y="63135"/>
              </a:lnTo>
              <a:lnTo>
                <a:pt x="1178664" y="631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rgbClr val="000099"/>
            </a:solidFill>
          </a:endParaRPr>
        </a:p>
      </dsp:txBody>
      <dsp:txXfrm>
        <a:off x="1384053" y="1942691"/>
        <a:ext cx="58939" cy="58939"/>
      </dsp:txXfrm>
    </dsp:sp>
    <dsp:sp modelId="{8F8A2226-6712-4A89-AA89-99423857F862}">
      <dsp:nvSpPr>
        <dsp:cNvPr id="0" name=""/>
        <dsp:cNvSpPr/>
      </dsp:nvSpPr>
      <dsp:spPr>
        <a:xfrm>
          <a:off x="824191" y="1185564"/>
          <a:ext cx="1178664" cy="786596"/>
        </a:xfrm>
        <a:custGeom>
          <a:avLst/>
          <a:gdLst/>
          <a:ahLst/>
          <a:cxnLst/>
          <a:rect l="0" t="0" r="0" b="0"/>
          <a:pathLst>
            <a:path>
              <a:moveTo>
                <a:pt x="0" y="786596"/>
              </a:moveTo>
              <a:lnTo>
                <a:pt x="589332" y="786596"/>
              </a:lnTo>
              <a:lnTo>
                <a:pt x="589332" y="0"/>
              </a:lnTo>
              <a:lnTo>
                <a:pt x="117866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rgbClr val="000099"/>
            </a:solidFill>
          </a:endParaRPr>
        </a:p>
      </dsp:txBody>
      <dsp:txXfrm>
        <a:off x="1378097" y="1543437"/>
        <a:ext cx="70851" cy="70851"/>
      </dsp:txXfrm>
    </dsp:sp>
    <dsp:sp modelId="{B937A5A0-C1AD-495A-9EAF-04F612ABDBA8}">
      <dsp:nvSpPr>
        <dsp:cNvPr id="0" name=""/>
        <dsp:cNvSpPr/>
      </dsp:nvSpPr>
      <dsp:spPr>
        <a:xfrm>
          <a:off x="824191" y="339129"/>
          <a:ext cx="1178664" cy="1633031"/>
        </a:xfrm>
        <a:custGeom>
          <a:avLst/>
          <a:gdLst/>
          <a:ahLst/>
          <a:cxnLst/>
          <a:rect l="0" t="0" r="0" b="0"/>
          <a:pathLst>
            <a:path>
              <a:moveTo>
                <a:pt x="0" y="1633031"/>
              </a:moveTo>
              <a:lnTo>
                <a:pt x="589332" y="1633031"/>
              </a:lnTo>
              <a:lnTo>
                <a:pt x="589332" y="0"/>
              </a:lnTo>
              <a:lnTo>
                <a:pt x="117866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>
            <a:solidFill>
              <a:srgbClr val="000099"/>
            </a:solidFill>
          </a:endParaRPr>
        </a:p>
      </dsp:txBody>
      <dsp:txXfrm>
        <a:off x="1363174" y="1105296"/>
        <a:ext cx="100698" cy="100698"/>
      </dsp:txXfrm>
    </dsp:sp>
    <dsp:sp modelId="{0189E65C-5538-4B88-A28E-76ED31D65E45}">
      <dsp:nvSpPr>
        <dsp:cNvPr id="0" name=""/>
        <dsp:cNvSpPr/>
      </dsp:nvSpPr>
      <dsp:spPr>
        <a:xfrm rot="16200000">
          <a:off x="-876947" y="1633587"/>
          <a:ext cx="2725129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Physical Methods </a:t>
          </a:r>
          <a:endParaRPr lang="en-US" sz="2600" kern="1200" dirty="0"/>
        </a:p>
      </dsp:txBody>
      <dsp:txXfrm>
        <a:off x="-876947" y="1633587"/>
        <a:ext cx="2725129" cy="677148"/>
      </dsp:txXfrm>
    </dsp:sp>
    <dsp:sp modelId="{AFB854FC-338F-434C-9694-73CC73811803}">
      <dsp:nvSpPr>
        <dsp:cNvPr id="0" name=""/>
        <dsp:cNvSpPr/>
      </dsp:nvSpPr>
      <dsp:spPr>
        <a:xfrm>
          <a:off x="2002855" y="555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Dipole Moments</a:t>
          </a:r>
          <a:endParaRPr lang="en-US" sz="2500" kern="1200" dirty="0"/>
        </a:p>
      </dsp:txBody>
      <dsp:txXfrm>
        <a:off x="2002855" y="555"/>
        <a:ext cx="2221045" cy="677148"/>
      </dsp:txXfrm>
    </dsp:sp>
    <dsp:sp modelId="{E80A7FD3-3E6A-455E-AE54-CC2F1B049922}">
      <dsp:nvSpPr>
        <dsp:cNvPr id="0" name=""/>
        <dsp:cNvSpPr/>
      </dsp:nvSpPr>
      <dsp:spPr>
        <a:xfrm>
          <a:off x="2002855" y="846990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Melting Points</a:t>
          </a:r>
          <a:endParaRPr lang="en-US" sz="2500" kern="1200" dirty="0"/>
        </a:p>
      </dsp:txBody>
      <dsp:txXfrm>
        <a:off x="2002855" y="846990"/>
        <a:ext cx="2221045" cy="677148"/>
      </dsp:txXfrm>
    </dsp:sp>
    <dsp:sp modelId="{23E7FB76-C003-42DD-ACCD-3C995EF270D4}">
      <dsp:nvSpPr>
        <dsp:cNvPr id="0" name=""/>
        <dsp:cNvSpPr/>
      </dsp:nvSpPr>
      <dsp:spPr>
        <a:xfrm>
          <a:off x="2002855" y="1651002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UV-Vis spectra </a:t>
          </a:r>
          <a:endParaRPr lang="en-US" sz="2500" kern="1200" dirty="0"/>
        </a:p>
      </dsp:txBody>
      <dsp:txXfrm>
        <a:off x="2002855" y="1651002"/>
        <a:ext cx="2221045" cy="677148"/>
      </dsp:txXfrm>
    </dsp:sp>
    <dsp:sp modelId="{4795253D-AC19-4E87-896F-7E134F6081EC}">
      <dsp:nvSpPr>
        <dsp:cNvPr id="0" name=""/>
        <dsp:cNvSpPr/>
      </dsp:nvSpPr>
      <dsp:spPr>
        <a:xfrm>
          <a:off x="2002855" y="2539861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IR spectra</a:t>
          </a:r>
          <a:endParaRPr lang="en-US" sz="2500" kern="1200" dirty="0"/>
        </a:p>
      </dsp:txBody>
      <dsp:txXfrm>
        <a:off x="2002855" y="2539861"/>
        <a:ext cx="2221045" cy="677148"/>
      </dsp:txXfrm>
    </dsp:sp>
    <dsp:sp modelId="{E09FF665-FC6A-4891-9999-B6D205B6071E}">
      <dsp:nvSpPr>
        <dsp:cNvPr id="0" name=""/>
        <dsp:cNvSpPr/>
      </dsp:nvSpPr>
      <dsp:spPr>
        <a:xfrm>
          <a:off x="2002855" y="3386296"/>
          <a:ext cx="2221045" cy="677148"/>
        </a:xfrm>
        <a:prstGeom prst="rect">
          <a:avLst/>
        </a:prstGeom>
        <a:solidFill>
          <a:srgbClr val="EBFFF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NMR spectra</a:t>
          </a:r>
          <a:endParaRPr lang="en-US" sz="2500" kern="1200" dirty="0"/>
        </a:p>
      </dsp:txBody>
      <dsp:txXfrm>
        <a:off x="2002855" y="3386296"/>
        <a:ext cx="2221045" cy="677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12-Oct-23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1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3.jpe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7.jpeg"/><Relationship Id="rId4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7010401" y="1903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2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903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2620" y="2885016"/>
            <a:ext cx="5808280" cy="77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Stereo</a:t>
            </a:r>
            <a:r>
              <a:rPr lang="en-US" sz="4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chemistry</a:t>
            </a:r>
            <a:endParaRPr lang="en-US" sz="4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3000" y="284202"/>
            <a:ext cx="685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Dermination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of Configuration of </a:t>
            </a:r>
            <a:r>
              <a:rPr lang="en-US" sz="30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30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isomers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09600" y="2336800"/>
            <a:ext cx="7543800" cy="4292600"/>
            <a:chOff x="609600" y="2336800"/>
            <a:chExt cx="7543800" cy="4292600"/>
          </a:xfrm>
        </p:grpSpPr>
        <p:graphicFrame>
          <p:nvGraphicFramePr>
            <p:cNvPr id="3" name="Diagram 2"/>
            <p:cNvGraphicFramePr/>
            <p:nvPr>
              <p:extLst>
                <p:ext uri="{D42A27DB-BD31-4B8C-83A1-F6EECF244321}">
                  <p14:modId xmlns:p14="http://schemas.microsoft.com/office/powerpoint/2010/main" xmlns="" val="1827290049"/>
                </p:ext>
              </p:extLst>
            </p:nvPr>
          </p:nvGraphicFramePr>
          <p:xfrm>
            <a:off x="609600" y="2336800"/>
            <a:ext cx="75438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4" name="TextBox 3"/>
            <p:cNvSpPr txBox="1"/>
            <p:nvPr/>
          </p:nvSpPr>
          <p:spPr>
            <a:xfrm>
              <a:off x="2362200" y="5798403"/>
              <a:ext cx="3952669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not affecting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the configuration of </a:t>
              </a:r>
              <a:r>
                <a:rPr lang="en-US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double bond</a:t>
              </a:r>
              <a:r>
                <a:rPr lang="en-US" b="1" dirty="0" smtClean="0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81000" y="1600200"/>
            <a:ext cx="8382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2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configuration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50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-trans isomers can be determined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09800"/>
            <a:ext cx="6096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buClr>
                <a:srgbClr val="FF0000"/>
              </a:buClr>
            </a:pPr>
            <a:r>
              <a:rPr lang="en-US" sz="22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Physical Methods and </a:t>
            </a:r>
            <a:r>
              <a:rPr lang="en-US" sz="22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(ii)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Chemical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231" y="1447800"/>
            <a:ext cx="84747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Absolute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methods rest on the fact that isomers in which functional or reactive groups are located </a:t>
            </a:r>
            <a:r>
              <a:rPr lang="en-US" sz="23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3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to each other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can sometimes be converted to cyclic lactones, </a:t>
            </a:r>
            <a:r>
              <a:rPr lang="en-US" sz="23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anhydrides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amides, and so on, whereas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corresponding 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isomer cannot.  </a:t>
            </a:r>
            <a:endParaRPr lang="en-US" sz="2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8720" y="3195348"/>
            <a:ext cx="6583680" cy="221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8230" y="5737367"/>
            <a:ext cx="8474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maleic acid [</a:t>
            </a:r>
            <a:r>
              <a:rPr lang="en-US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isomer] is converted, by gentle heating, into its cyclic anhydride.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082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0040" y="2209800"/>
            <a:ext cx="8595360" cy="2007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1371600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5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trans-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isomer, </a:t>
            </a:r>
            <a:r>
              <a:rPr lang="en-US" sz="2250" dirty="0" err="1" smtClean="0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 acid can not be converted into the cyclic anhydride at  100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Absolute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81600"/>
            <a:ext cx="1463040" cy="1261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/>
          <p:nvPr/>
        </p:nvCxnSpPr>
        <p:spPr bwMode="auto">
          <a:xfrm>
            <a:off x="2682922" y="5851753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2682922" y="6004153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2695369" y="5436513"/>
            <a:ext cx="978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100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9417" y="6001878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2047" y="4953000"/>
            <a:ext cx="1280160" cy="166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029200" y="3627244"/>
            <a:ext cx="3886200" cy="969496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SzPct val="80000"/>
              <a:buFont typeface="Times New Roman" pitchFamily="18" charset="0"/>
              <a:buChar char="▲"/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A very high temperature is required  to convert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acid to the cyclic anhydride.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>
            <a:off x="5349922" y="5812332"/>
            <a:ext cx="82296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Isosceles Triangle 13"/>
          <p:cNvSpPr>
            <a:spLocks noChangeAspect="1"/>
          </p:cNvSpPr>
          <p:nvPr/>
        </p:nvSpPr>
        <p:spPr bwMode="auto">
          <a:xfrm>
            <a:off x="5578522" y="5557345"/>
            <a:ext cx="182880" cy="157655"/>
          </a:xfrm>
          <a:prstGeom prst="triangl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9" name="Isosceles Triangle 18"/>
          <p:cNvSpPr>
            <a:spLocks noChangeAspect="1"/>
          </p:cNvSpPr>
          <p:nvPr/>
        </p:nvSpPr>
        <p:spPr bwMode="auto">
          <a:xfrm>
            <a:off x="5807122" y="5557345"/>
            <a:ext cx="182880" cy="157655"/>
          </a:xfrm>
          <a:prstGeom prst="triangl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16722" y="5105400"/>
            <a:ext cx="1920240" cy="1241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 bwMode="auto">
          <a:xfrm>
            <a:off x="685800" y="4800600"/>
            <a:ext cx="7772400" cy="1905000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903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Sometimes it is possible to determine the configurations of pairs of geometrical isomers by converting them into compounds of known configurations.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" y="2590800"/>
            <a:ext cx="8763000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There are two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acids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one of which can be hydrolyzed to </a:t>
            </a:r>
            <a:r>
              <a:rPr lang="en-US" sz="2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acid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Therefore this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 must be the </a:t>
            </a:r>
            <a:r>
              <a:rPr lang="en-US" sz="2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isomer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consequently the other isomer is the </a:t>
            </a:r>
            <a:r>
              <a:rPr lang="en-US" sz="22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(II).</a:t>
            </a:r>
            <a:endParaRPr lang="en-US" sz="2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25697130"/>
              </p:ext>
            </p:extLst>
          </p:nvPr>
        </p:nvGraphicFramePr>
        <p:xfrm>
          <a:off x="853440" y="4343400"/>
          <a:ext cx="4937760" cy="1962562"/>
        </p:xfrm>
        <a:graphic>
          <a:graphicData uri="http://schemas.openxmlformats.org/presentationml/2006/ole">
            <p:oleObj spid="_x0000_s6196" name="CS ChemDraw Drawing" r:id="rId3" imgW="2747880" imgH="1091880" progId="ChemDraw.Document.6.0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26712911"/>
              </p:ext>
            </p:extLst>
          </p:nvPr>
        </p:nvGraphicFramePr>
        <p:xfrm>
          <a:off x="6902501" y="4343400"/>
          <a:ext cx="1463040" cy="2005121"/>
        </p:xfrm>
        <a:graphic>
          <a:graphicData uri="http://schemas.openxmlformats.org/presentationml/2006/ole">
            <p:oleObj spid="_x0000_s6197" name="CS ChemDraw Drawing" r:id="rId4" imgW="796320" imgH="1091880" progId="ChemDraw.Document.6.0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69774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Sometimes it is possible to determine the configurations of pairs of geometrical isomers by converting them into compounds of known configurations.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" y="2514600"/>
            <a:ext cx="8763000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There are two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acids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one of which can be hydrolyzed to </a:t>
            </a:r>
            <a:r>
              <a:rPr lang="en-US" sz="2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acid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Therefore this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trichlorocrotonic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 must be the </a:t>
            </a:r>
            <a:r>
              <a:rPr lang="en-US" sz="2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isomer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(I)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consequently the other isomer is the </a:t>
            </a:r>
            <a:r>
              <a:rPr lang="en-US" sz="22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or </a:t>
            </a:r>
            <a:r>
              <a:rPr lang="en-US" sz="22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 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(II).</a:t>
            </a:r>
            <a:endParaRPr lang="en-US" sz="22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34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62439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91635288"/>
              </p:ext>
            </p:extLst>
          </p:nvPr>
        </p:nvGraphicFramePr>
        <p:xfrm>
          <a:off x="6902501" y="4343400"/>
          <a:ext cx="1463040" cy="2005121"/>
        </p:xfrm>
        <a:graphic>
          <a:graphicData uri="http://schemas.openxmlformats.org/presentationml/2006/ole">
            <p:oleObj spid="_x0000_s7239" name="CS ChemDraw Drawing" r:id="rId3" imgW="796320" imgH="1091880" progId="ChemDraw.Document.6.0">
              <p:embed/>
            </p:oleObj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13330799"/>
              </p:ext>
            </p:extLst>
          </p:nvPr>
        </p:nvGraphicFramePr>
        <p:xfrm>
          <a:off x="3733800" y="4343400"/>
          <a:ext cx="2286000" cy="1985821"/>
        </p:xfrm>
        <a:graphic>
          <a:graphicData uri="http://schemas.openxmlformats.org/presentationml/2006/ole">
            <p:oleObj spid="_x0000_s7240" name="CS ChemDraw Drawing" r:id="rId4" imgW="1257120" imgH="1091880" progId="ChemDraw.Document.6.0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87736351"/>
              </p:ext>
            </p:extLst>
          </p:nvPr>
        </p:nvGraphicFramePr>
        <p:xfrm>
          <a:off x="960120" y="4343399"/>
          <a:ext cx="3017520" cy="1620202"/>
        </p:xfrm>
        <a:graphic>
          <a:graphicData uri="http://schemas.openxmlformats.org/presentationml/2006/ole">
            <p:oleObj spid="_x0000_s7241" name="CS ChemDraw Drawing" r:id="rId5" imgW="1676880" imgH="900360" progId="ChemDraw.Document.6.0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85845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68169500"/>
              </p:ext>
            </p:extLst>
          </p:nvPr>
        </p:nvGraphicFramePr>
        <p:xfrm>
          <a:off x="1981200" y="1671678"/>
          <a:ext cx="1737360" cy="1681122"/>
        </p:xfrm>
        <a:graphic>
          <a:graphicData uri="http://schemas.openxmlformats.org/presentationml/2006/ole">
            <p:oleObj spid="_x0000_s8286" name="CS ChemDraw Drawing" r:id="rId3" imgW="932400" imgH="901080" progId="ChemDraw.Document.6.0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400" y="2052678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48624053"/>
              </p:ext>
            </p:extLst>
          </p:nvPr>
        </p:nvGraphicFramePr>
        <p:xfrm>
          <a:off x="1941394" y="3531638"/>
          <a:ext cx="1737360" cy="2863317"/>
        </p:xfrm>
        <a:graphic>
          <a:graphicData uri="http://schemas.openxmlformats.org/presentationml/2006/ole">
            <p:oleObj spid="_x0000_s8287" name="CS ChemDraw Drawing" r:id="rId4" imgW="911880" imgH="1501560" progId="ChemDraw.Document.6.0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08670631"/>
              </p:ext>
            </p:extLst>
          </p:nvPr>
        </p:nvGraphicFramePr>
        <p:xfrm>
          <a:off x="5181600" y="1600200"/>
          <a:ext cx="1554480" cy="1758854"/>
        </p:xfrm>
        <a:graphic>
          <a:graphicData uri="http://schemas.openxmlformats.org/presentationml/2006/ole">
            <p:oleObj spid="_x0000_s8288" name="CS ChemDraw Drawing" r:id="rId5" imgW="796680" imgH="901080" progId="ChemDraw.Document.6.0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94381055"/>
              </p:ext>
            </p:extLst>
          </p:nvPr>
        </p:nvGraphicFramePr>
        <p:xfrm>
          <a:off x="4989394" y="3455438"/>
          <a:ext cx="1828800" cy="2945362"/>
        </p:xfrm>
        <a:graphic>
          <a:graphicData uri="http://schemas.openxmlformats.org/presentationml/2006/ole">
            <p:oleObj spid="_x0000_s8289" name="CS ChemDraw Drawing" r:id="rId6" imgW="933120" imgH="1503000" progId="ChemDraw.Document.6.0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75394" y="2034397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5055638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394" y="5031949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18889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Correlative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610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5423" y="1062335"/>
            <a:ext cx="8305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configurational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correlation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crotonic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acid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fumaric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acid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8889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Problem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Solution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1945" y="2129135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Solution: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81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71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57590" y="4872335"/>
            <a:ext cx="1329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03798627"/>
              </p:ext>
            </p:extLst>
          </p:nvPr>
        </p:nvGraphicFramePr>
        <p:xfrm>
          <a:off x="381000" y="2895600"/>
          <a:ext cx="8412480" cy="1868720"/>
        </p:xfrm>
        <a:graphic>
          <a:graphicData uri="http://schemas.openxmlformats.org/presentationml/2006/ole">
            <p:oleObj spid="_x0000_s9236" name="CS ChemDraw Drawing" r:id="rId3" imgW="4215960" imgH="937080" progId="ChemDraw.Document.6.0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2888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71833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Physical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Methods for </a:t>
            </a:r>
            <a:r>
              <a:rPr lang="en-US" sz="2800" b="1" i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cis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</a:t>
            </a:r>
            <a:r>
              <a:rPr lang="en-US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trans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Configuration Determination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" y="1371600"/>
            <a:ext cx="8763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300" i="1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isomers are </a:t>
            </a:r>
            <a:r>
              <a:rPr lang="en-US" sz="2300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diastereomers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they will generally differ in physical properties.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2930888234"/>
              </p:ext>
            </p:extLst>
          </p:nvPr>
        </p:nvGraphicFramePr>
        <p:xfrm>
          <a:off x="762000" y="2514600"/>
          <a:ext cx="5105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85733" y="2362200"/>
            <a:ext cx="2103120" cy="153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08604" y="4495800"/>
            <a:ext cx="2011680" cy="1753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535534" y="3962400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80845" y="6171138"/>
            <a:ext cx="1774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-isomer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230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17183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Dipole 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Moments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86025" y="4829175"/>
            <a:ext cx="48291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8600" y="1143000"/>
            <a:ext cx="4191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isomers have normally less dipole moments than their corresponding </a:t>
            </a:r>
            <a:r>
              <a:rPr lang="en-US" sz="22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3124200"/>
            <a:ext cx="85648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However, if one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substitueent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 electron-donating and the other electron-withdrawing, the bond moments are fully additive in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-isomer. In this case, 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isomers have higher dipole moments than their corresponding </a:t>
            </a:r>
            <a:r>
              <a:rPr lang="en-US" sz="22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087853"/>
            <a:ext cx="1828800" cy="184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087854"/>
            <a:ext cx="1554480" cy="181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7244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2520" y="171833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Melting 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Points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838200"/>
            <a:ext cx="8625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general, a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 has greater symmetry than the corresponding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isomer. Thus it packs more easily in the crystal lattice and hence has a higher melting point.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2" name="Picture 4" descr="X-ray topographic study of growth defects of trans-stilbene crystals grown  from solutions - ScienceDir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41320" y="2290506"/>
            <a:ext cx="3840480" cy="190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85306662"/>
              </p:ext>
            </p:extLst>
          </p:nvPr>
        </p:nvGraphicFramePr>
        <p:xfrm>
          <a:off x="1130490" y="4572000"/>
          <a:ext cx="2011680" cy="1210282"/>
        </p:xfrm>
        <a:graphic>
          <a:graphicData uri="http://schemas.openxmlformats.org/presentationml/2006/ole">
            <p:oleObj spid="_x0000_s12329" name="CS ChemDraw Drawing" r:id="rId4" imgW="1171800" imgH="704880" progId="ChemDraw.Document.6.0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5699" y="6019800"/>
            <a:ext cx="35377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Stilbene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[crystal,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m.p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123 – 125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C]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056120" y="2386773"/>
            <a:ext cx="1554480" cy="1708153"/>
            <a:chOff x="6705600" y="2462973"/>
            <a:chExt cx="1554480" cy="1708153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462973"/>
              <a:ext cx="1554480" cy="1708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xmlns="" val="2267137484"/>
                </p:ext>
              </p:extLst>
            </p:nvPr>
          </p:nvGraphicFramePr>
          <p:xfrm>
            <a:off x="6829425" y="2667000"/>
            <a:ext cx="1171575" cy="704850"/>
          </p:xfrm>
          <a:graphic>
            <a:graphicData uri="http://schemas.openxmlformats.org/presentationml/2006/ole">
              <p:oleObj spid="_x0000_s12330" name="CS ChemDraw Drawing" r:id="rId6" imgW="1171800" imgH="704880" progId="ChemDraw.Document.6.0">
                <p:embed/>
              </p:oleObj>
            </a:graphicData>
          </a:graphic>
        </p:graphicFrame>
      </p:grp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0159368"/>
              </p:ext>
            </p:extLst>
          </p:nvPr>
        </p:nvGraphicFramePr>
        <p:xfrm>
          <a:off x="5913120" y="4572000"/>
          <a:ext cx="1645920" cy="1269789"/>
        </p:xfrm>
        <a:graphic>
          <a:graphicData uri="http://schemas.openxmlformats.org/presentationml/2006/ole">
            <p:oleObj spid="_x0000_s12331" name="CS ChemDraw Drawing" r:id="rId7" imgW="978840" imgH="755280" progId="ChemDraw.Document.6.0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987098276"/>
              </p:ext>
            </p:extLst>
          </p:nvPr>
        </p:nvGraphicFramePr>
        <p:xfrm>
          <a:off x="502920" y="2514600"/>
          <a:ext cx="2011680" cy="1209866"/>
        </p:xfrm>
        <a:graphic>
          <a:graphicData uri="http://schemas.openxmlformats.org/presentationml/2006/ole">
            <p:oleObj spid="_x0000_s12332" name="CS ChemDraw Drawing" r:id="rId8" imgW="1171800" imgH="704880" progId="ChemDraw.Document.6.0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7940" y="376713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Stilbene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289560" y="2133600"/>
            <a:ext cx="8625840" cy="2209800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78902" y="6019800"/>
            <a:ext cx="2550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-Stilbene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[liquid,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b.p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82 – 84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/>
              </a:rPr>
              <a:t>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352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12520" y="171833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UV-Vis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Spectra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63551456"/>
              </p:ext>
            </p:extLst>
          </p:nvPr>
        </p:nvGraphicFramePr>
        <p:xfrm>
          <a:off x="4738827" y="4648200"/>
          <a:ext cx="2011680" cy="1103689"/>
        </p:xfrm>
        <a:graphic>
          <a:graphicData uri="http://schemas.openxmlformats.org/presentationml/2006/ole">
            <p:oleObj spid="_x0000_s13319" name="CS ChemDraw Drawing" r:id="rId3" imgW="1224000" imgH="671760" progId="ChemDraw.Document.6.0">
              <p:embed/>
            </p:oleObj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87530581"/>
              </p:ext>
            </p:extLst>
          </p:nvPr>
        </p:nvGraphicFramePr>
        <p:xfrm>
          <a:off x="7011836" y="4648200"/>
          <a:ext cx="1828800" cy="999495"/>
        </p:xfrm>
        <a:graphic>
          <a:graphicData uri="http://schemas.openxmlformats.org/presentationml/2006/ole">
            <p:oleObj spid="_x0000_s13320" name="CS ChemDraw Drawing" r:id="rId4" imgW="1074960" imgH="587520" progId="ChemDraw.Document.6.0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76800" y="5867400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azobenzene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6203" y="5867400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i="1" dirty="0" err="1" smtClean="0">
                <a:solidFill>
                  <a:srgbClr val="B94707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-azobenzene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401" y="914400"/>
            <a:ext cx="8625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Normally a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 absorbs at higher wavelength than the corresponding </a:t>
            </a:r>
            <a:r>
              <a:rPr lang="en-US" sz="22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isomer in UV-Vis spectroscopy.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1" y="3311604"/>
            <a:ext cx="8762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Coplanarity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is needed for the most effective overlap of the  -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orbitals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increased ease of the   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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* transition. The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-stilbene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 forced into a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nonplanar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conformation due to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steric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effects.</a:t>
            </a:r>
            <a:endParaRPr lang="en-US" sz="2200" dirty="0"/>
          </a:p>
        </p:txBody>
      </p:sp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" y="4611655"/>
            <a:ext cx="4503737" cy="2093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717070" y="2209800"/>
            <a:ext cx="164513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trans-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stilbene</a:t>
            </a:r>
            <a:endParaRPr lang="en-US" sz="2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spcAft>
                <a:spcPts val="1200"/>
              </a:spcAft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295 nm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010400" y="1981200"/>
            <a:ext cx="16466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i="1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cis-</a:t>
            </a:r>
            <a:r>
              <a:rPr lang="en-US" sz="2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stilbene</a:t>
            </a:r>
            <a:endParaRPr lang="en-US" sz="2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algn="ctr">
              <a:spcAft>
                <a:spcPts val="1200"/>
              </a:spcAft>
            </a:pP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280 nm</a:t>
            </a:r>
            <a:endParaRPr lang="en-US" sz="2000" dirty="0">
              <a:solidFill>
                <a:srgbClr val="0000FF"/>
              </a:solidFill>
            </a:endParaRPr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2560320" y="1905000"/>
          <a:ext cx="2011680" cy="1209554"/>
        </p:xfrm>
        <a:graphic>
          <a:graphicData uri="http://schemas.openxmlformats.org/presentationml/2006/ole">
            <p:oleObj spid="_x0000_s13324" name="CS ChemDraw Drawing" r:id="rId6" imgW="1171800" imgH="704880" progId="ChemDraw.Document.6.0">
              <p:embed/>
            </p:oleObj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/>
        </p:nvGraphicFramePr>
        <p:xfrm>
          <a:off x="5067300" y="1866900"/>
          <a:ext cx="1645920" cy="1263148"/>
        </p:xfrm>
        <a:graphic>
          <a:graphicData uri="http://schemas.openxmlformats.org/presentationml/2006/ole">
            <p:oleObj spid="_x0000_s13325" name="CS ChemDraw Drawing" r:id="rId7" imgW="978840" imgH="755280" progId="ChemDraw.Document.6.0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982795" y="6305490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320 nm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7192595" y="6305490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max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281 nm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616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3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171833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Home</a:t>
            </a:r>
            <a:r>
              <a:rPr lang="en-US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Work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447800"/>
            <a:ext cx="5653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Font typeface="Arial" pitchFamily="34" charset="0"/>
              <a:buChar char="•"/>
            </a:pPr>
            <a:r>
              <a:rPr 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Interconversion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trans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iosmers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895600"/>
            <a:ext cx="2743200" cy="32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05200" y="2971800"/>
            <a:ext cx="5495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Stereochemistry of Organic Compounds 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4226749"/>
            <a:ext cx="2485168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Ernest L.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Eliel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Samuel H.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Wilen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2582" y="3505200"/>
            <a:ext cx="47961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4320" indent="-274320">
              <a:buClr>
                <a:srgbClr val="FF0000"/>
              </a:buClr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13051</TotalTime>
  <Words>579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Blank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1904</cp:revision>
  <dcterms:created xsi:type="dcterms:W3CDTF">2006-02-07T16:59:36Z</dcterms:created>
  <dcterms:modified xsi:type="dcterms:W3CDTF">2023-10-12T05:33:33Z</dcterms:modified>
</cp:coreProperties>
</file>